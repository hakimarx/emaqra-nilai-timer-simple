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831" r:id="rId1"/>
  </p:sldMasterIdLst>
  <p:notesMasterIdLst>
    <p:notesMasterId r:id="rId27"/>
  </p:notesMasterIdLst>
  <p:handoutMasterIdLst>
    <p:handoutMasterId r:id="rId28"/>
  </p:handoutMasterIdLst>
  <p:sldIdLst>
    <p:sldId id="256" r:id="rId2"/>
    <p:sldId id="279" r:id="rId3"/>
    <p:sldId id="267" r:id="rId4"/>
    <p:sldId id="272" r:id="rId5"/>
    <p:sldId id="277" r:id="rId6"/>
    <p:sldId id="274" r:id="rId7"/>
    <p:sldId id="280" r:id="rId8"/>
    <p:sldId id="273" r:id="rId9"/>
    <p:sldId id="278" r:id="rId10"/>
    <p:sldId id="281" r:id="rId11"/>
    <p:sldId id="270" r:id="rId12"/>
    <p:sldId id="271" r:id="rId13"/>
    <p:sldId id="269" r:id="rId14"/>
    <p:sldId id="275" r:id="rId15"/>
    <p:sldId id="282" r:id="rId16"/>
    <p:sldId id="26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76" r:id="rId26"/>
  </p:sldIdLst>
  <p:sldSz cx="10080625" cy="7559675"/>
  <p:notesSz cx="7772400" cy="10058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1686" y="96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3438" cy="501650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/>
          <a:lstStyle>
            <a:lvl1pPr defTabSz="914305" fontAlgn="auto" hangingPunct="0">
              <a:spcBef>
                <a:spcPts val="0"/>
              </a:spcBef>
              <a:spcAft>
                <a:spcPts val="0"/>
              </a:spcAft>
              <a:defRPr sz="1400">
                <a:latin typeface="Albany" pitchFamily="18"/>
                <a:ea typeface="Andale Sans UI" pitchFamily="2"/>
                <a:cs typeface="Tahoma" pitchFamily="2"/>
              </a:defRPr>
            </a:lvl1pPr>
          </a:lstStyle>
          <a:p>
            <a:pPr>
              <a:defRPr sz="1400"/>
            </a:pPr>
            <a:endParaRPr lang="en-US" dirty="0"/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quarter" idx="1"/>
          </p:nvPr>
        </p:nvSpPr>
        <p:spPr>
          <a:xfrm>
            <a:off x="4398963" y="0"/>
            <a:ext cx="3373437" cy="501650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/>
          <a:lstStyle>
            <a:lvl1pPr algn="r" defTabSz="914305" fontAlgn="auto" hangingPunct="0">
              <a:spcBef>
                <a:spcPts val="0"/>
              </a:spcBef>
              <a:spcAft>
                <a:spcPts val="0"/>
              </a:spcAft>
              <a:defRPr sz="1400">
                <a:latin typeface="Albany" pitchFamily="18"/>
                <a:ea typeface="Andale Sans UI" pitchFamily="2"/>
                <a:cs typeface="Tahoma" pitchFamily="2"/>
              </a:defRPr>
            </a:lvl1pPr>
          </a:lstStyle>
          <a:p>
            <a:pPr>
              <a:defRPr sz="1400"/>
            </a:pPr>
            <a:endParaRPr lang="en-US" dirty="0"/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2"/>
          </p:nvPr>
        </p:nvSpPr>
        <p:spPr>
          <a:xfrm>
            <a:off x="0" y="9555163"/>
            <a:ext cx="3373438" cy="503237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="b" compatLnSpc="0"/>
          <a:lstStyle>
            <a:lvl1pPr defTabSz="914305" fontAlgn="auto" hangingPunct="0">
              <a:spcBef>
                <a:spcPts val="0"/>
              </a:spcBef>
              <a:spcAft>
                <a:spcPts val="0"/>
              </a:spcAft>
              <a:defRPr sz="1400">
                <a:latin typeface="Albany" pitchFamily="18"/>
                <a:ea typeface="Andale Sans UI" pitchFamily="2"/>
                <a:cs typeface="Tahoma" pitchFamily="2"/>
              </a:defRPr>
            </a:lvl1pPr>
          </a:lstStyle>
          <a:p>
            <a:pPr>
              <a:defRPr sz="1400"/>
            </a:pPr>
            <a:endParaRPr lang="en-US" dirty="0"/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3"/>
          </p:nvPr>
        </p:nvSpPr>
        <p:spPr>
          <a:xfrm>
            <a:off x="4398963" y="9555163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="b" compatLnSpc="0"/>
          <a:lstStyle>
            <a:lvl1pPr algn="r" defTabSz="914305" fontAlgn="auto" hangingPunct="0">
              <a:spcBef>
                <a:spcPts val="0"/>
              </a:spcBef>
              <a:spcAft>
                <a:spcPts val="0"/>
              </a:spcAft>
              <a:defRPr sz="1400">
                <a:latin typeface="Albany" pitchFamily="18"/>
                <a:ea typeface="Andale Sans UI" pitchFamily="2"/>
                <a:cs typeface="Tahoma" pitchFamily="2"/>
              </a:defRPr>
            </a:lvl1pPr>
          </a:lstStyle>
          <a:p>
            <a:pPr>
              <a:defRPr sz="1400"/>
            </a:pPr>
            <a:fld id="{3A557F03-C029-4DF3-BD0D-570C6BD1C777}" type="slidenum">
              <a:rPr lang="en-US"/>
              <a:pPr>
                <a:defRPr sz="1400"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6745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371600" y="763588"/>
            <a:ext cx="5029200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1507" name="Notes Placeholder 2"/>
          <p:cNvSpPr txBox="1">
            <a:spLocks noGrp="1"/>
          </p:cNvSpPr>
          <p:nvPr>
            <p:ph type="body" sz="quarter" idx="3"/>
          </p:nvPr>
        </p:nvSpPr>
        <p:spPr bwMode="auto">
          <a:xfrm>
            <a:off x="777875" y="4776788"/>
            <a:ext cx="621665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4" name="Header Placeholder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3438" cy="503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marL="0" marR="0" lvl="0" indent="0" defTabSz="914305" rtl="0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smtClean="0">
                <a:latin typeface="Thorndale" pitchFamily="18"/>
                <a:ea typeface="Andale Sans UI" pitchFamily="2"/>
                <a:cs typeface="Tahoma" pitchFamily="2"/>
              </a:defRPr>
            </a:lvl1pPr>
          </a:lstStyle>
          <a:p>
            <a:pPr>
              <a:defRPr/>
            </a:pPr>
            <a:endParaRPr dirty="0"/>
          </a:p>
        </p:txBody>
      </p:sp>
      <p:sp>
        <p:nvSpPr>
          <p:cNvPr id="5" name="Date Placeholder 4"/>
          <p:cNvSpPr txBox="1">
            <a:spLocks noGrp="1"/>
          </p:cNvSpPr>
          <p:nvPr>
            <p:ph type="dt" idx="1"/>
          </p:nvPr>
        </p:nvSpPr>
        <p:spPr>
          <a:xfrm>
            <a:off x="4398963" y="0"/>
            <a:ext cx="3373437" cy="503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marL="0" marR="0" lvl="0" indent="0" algn="r" defTabSz="914305" rtl="0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smtClean="0">
                <a:latin typeface="Thorndale" pitchFamily="18"/>
                <a:ea typeface="Andale Sans UI" pitchFamily="2"/>
                <a:cs typeface="Tahoma" pitchFamily="2"/>
              </a:defRPr>
            </a:lvl1pPr>
          </a:lstStyle>
          <a:p>
            <a:pPr>
              <a:defRPr/>
            </a:pPr>
            <a:endParaRPr dirty="0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4"/>
          </p:nvPr>
        </p:nvSpPr>
        <p:spPr>
          <a:xfrm>
            <a:off x="0" y="9555163"/>
            <a:ext cx="3373438" cy="5032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 marL="0" marR="0" lvl="0" indent="0" defTabSz="914305" rtl="0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smtClean="0">
                <a:latin typeface="Thorndale" pitchFamily="18"/>
                <a:ea typeface="Andale Sans UI" pitchFamily="2"/>
                <a:cs typeface="Tahoma" pitchFamily="2"/>
              </a:defRPr>
            </a:lvl1pPr>
          </a:lstStyle>
          <a:p>
            <a:pPr>
              <a:defRPr/>
            </a:pPr>
            <a:endParaRPr dirty="0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xfrm>
            <a:off x="4398963" y="9555163"/>
            <a:ext cx="3373437" cy="5032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 marL="0" marR="0" lvl="0" indent="0" algn="r" defTabSz="914305" rtl="0" fontAlgn="auto" hangingPunct="0">
              <a:spcBef>
                <a:spcPts val="0"/>
              </a:spcBef>
              <a:spcAft>
                <a:spcPts val="0"/>
              </a:spcAft>
              <a:buNone/>
              <a:tabLst/>
              <a:defRPr lang="en-US" sz="1400" smtClean="0">
                <a:latin typeface="Thorndale" pitchFamily="18"/>
                <a:ea typeface="Andale Sans UI" pitchFamily="2"/>
                <a:cs typeface="Tahoma" pitchFamily="2"/>
              </a:defRPr>
            </a:lvl1pPr>
          </a:lstStyle>
          <a:p>
            <a:pPr>
              <a:defRPr/>
            </a:pPr>
            <a:fld id="{8BFF3521-AB9B-403B-80EC-7DD53CFB99D7}" type="slidenum">
              <a:rPr/>
              <a:pPr>
                <a:defRPr/>
              </a:pPr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78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00" indent="-215900" algn="l" rtl="0" eaLnBrk="0" fontAlgn="base" hangingPunct="0">
      <a:spcBef>
        <a:spcPct val="30000"/>
      </a:spcBef>
      <a:spcAft>
        <a:spcPct val="0"/>
      </a:spcAft>
      <a:defRPr lang="en-US" sz="2000">
        <a:solidFill>
          <a:schemeClr val="tx1"/>
        </a:solidFill>
        <a:latin typeface="Albany" pitchFamily="18"/>
        <a:cs typeface="Tahoma" pitchFamily="2"/>
      </a:defRPr>
    </a:lvl1pPr>
    <a:lvl2pPr marL="742950" indent="-285750" algn="l" defTabSz="912813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Tahoma" pitchFamily="34" charset="0"/>
      </a:defRPr>
    </a:lvl2pPr>
    <a:lvl3pPr marL="1143000" indent="-228600" algn="l" defTabSz="912813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Tahoma" pitchFamily="34" charset="0"/>
      </a:defRPr>
    </a:lvl3pPr>
    <a:lvl4pPr marL="1600200" indent="-228600" algn="l" defTabSz="912813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Tahoma" pitchFamily="34" charset="0"/>
      </a:defRPr>
    </a:lvl4pPr>
    <a:lvl5pPr marL="2057400" indent="-228600" algn="l" defTabSz="912813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Tahoma" pitchFamily="34" charset="0"/>
      </a:defRPr>
    </a:lvl5pPr>
    <a:lvl6pPr marL="2285763" algn="l" defTabSz="9143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16" algn="l" defTabSz="9143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68" algn="l" defTabSz="9143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21" algn="l" defTabSz="9143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2531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875" y="4776788"/>
            <a:ext cx="6216650" cy="4527550"/>
          </a:xfrm>
          <a:ln/>
        </p:spPr>
        <p:txBody>
          <a:bodyPr>
            <a:spAutoFit/>
          </a:bodyPr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 dirty="0">
              <a:solidFill>
                <a:srgbClr val="000000"/>
              </a:solidFill>
              <a:latin typeface="Albany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154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560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875" y="4776788"/>
            <a:ext cx="6216650" cy="4437062"/>
          </a:xfrm>
          <a:ln/>
        </p:spPr>
        <p:txBody>
          <a:bodyPr/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 dirty="0">
              <a:solidFill>
                <a:srgbClr val="000000"/>
              </a:solidFill>
              <a:latin typeface="Albany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652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6627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875" y="4776788"/>
            <a:ext cx="6216650" cy="4437062"/>
          </a:xfrm>
          <a:ln/>
        </p:spPr>
        <p:txBody>
          <a:bodyPr/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 dirty="0">
              <a:solidFill>
                <a:srgbClr val="000000"/>
              </a:solidFill>
              <a:latin typeface="Albany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691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7651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875" y="4776788"/>
            <a:ext cx="6216650" cy="4437062"/>
          </a:xfrm>
          <a:ln/>
        </p:spPr>
        <p:txBody>
          <a:bodyPr/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 dirty="0">
              <a:solidFill>
                <a:srgbClr val="000000"/>
              </a:solidFill>
              <a:latin typeface="Albany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146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8675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875" y="4776788"/>
            <a:ext cx="6216650" cy="4437062"/>
          </a:xfrm>
          <a:ln/>
        </p:spPr>
        <p:txBody>
          <a:bodyPr/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 dirty="0">
              <a:solidFill>
                <a:srgbClr val="000000"/>
              </a:solidFill>
              <a:latin typeface="Albany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6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29699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875" y="4776788"/>
            <a:ext cx="6216650" cy="4437062"/>
          </a:xfrm>
          <a:ln/>
        </p:spPr>
        <p:txBody>
          <a:bodyPr/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 dirty="0">
              <a:solidFill>
                <a:srgbClr val="000000"/>
              </a:solidFill>
              <a:latin typeface="Albany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036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3072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875" y="4776788"/>
            <a:ext cx="6216650" cy="4437062"/>
          </a:xfrm>
          <a:ln/>
        </p:spPr>
        <p:txBody>
          <a:bodyPr/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 dirty="0">
              <a:solidFill>
                <a:srgbClr val="000000"/>
              </a:solidFill>
              <a:latin typeface="Albany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756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31747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875" y="4776788"/>
            <a:ext cx="6216650" cy="4437062"/>
          </a:xfrm>
          <a:ln/>
        </p:spPr>
        <p:txBody>
          <a:bodyPr/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 dirty="0">
              <a:solidFill>
                <a:srgbClr val="000000"/>
              </a:solidFill>
              <a:latin typeface="Albany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938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32771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77875" y="4776788"/>
            <a:ext cx="6216650" cy="4437062"/>
          </a:xfrm>
          <a:ln/>
        </p:spPr>
        <p:txBody>
          <a:bodyPr/>
          <a:lstStyle/>
          <a:p>
            <a:pPr eaLnBrk="1">
              <a:spcBef>
                <a:spcPct val="0"/>
              </a:spcBef>
              <a:buSzPct val="45000"/>
              <a:buFont typeface="StarSymbol"/>
              <a:buChar char="●"/>
            </a:pPr>
            <a:endParaRPr dirty="0">
              <a:solidFill>
                <a:srgbClr val="000000"/>
              </a:solidFill>
              <a:latin typeface="Albany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504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80625" cy="7559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8799" y="1997244"/>
            <a:ext cx="5852656" cy="1670594"/>
          </a:xfrm>
        </p:spPr>
        <p:txBody>
          <a:bodyPr anchor="b">
            <a:noAutofit/>
          </a:bodyPr>
          <a:lstStyle>
            <a:lvl1pPr algn="ctr">
              <a:defRPr sz="529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8799" y="3966490"/>
            <a:ext cx="5852656" cy="1518605"/>
          </a:xfrm>
        </p:spPr>
        <p:txBody>
          <a:bodyPr anchor="t">
            <a:normAutofit/>
          </a:bodyPr>
          <a:lstStyle>
            <a:lvl1pPr marL="0" indent="0" algn="ctr">
              <a:buNone/>
              <a:defRPr sz="2205">
                <a:solidFill>
                  <a:schemeClr val="tx1"/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86701" y="5571763"/>
            <a:ext cx="742240" cy="307987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18799" y="5571763"/>
            <a:ext cx="4481226" cy="307987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15619" y="5571763"/>
            <a:ext cx="455836" cy="307987"/>
          </a:xfrm>
        </p:spPr>
        <p:txBody>
          <a:bodyPr/>
          <a:lstStyle/>
          <a:p>
            <a:pPr>
              <a:defRPr/>
            </a:pPr>
            <a:fld id="{88E74231-86D9-4622-8A32-3B36A465C86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226717" y="3826497"/>
            <a:ext cx="5636819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4254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409421" y="2595588"/>
            <a:ext cx="7271117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27D359-4F97-44B1-B01C-A28BD4FD284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551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9" y="1809354"/>
            <a:ext cx="7271118" cy="2008984"/>
          </a:xfrm>
        </p:spPr>
        <p:txBody>
          <a:bodyPr anchor="b">
            <a:normAutofit/>
          </a:bodyPr>
          <a:lstStyle>
            <a:lvl1pPr algn="ctr">
              <a:defRPr sz="440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09419" y="4116991"/>
            <a:ext cx="7271118" cy="1201540"/>
          </a:xfrm>
        </p:spPr>
        <p:txBody>
          <a:bodyPr anchor="t">
            <a:normAutofit/>
          </a:bodyPr>
          <a:lstStyle>
            <a:lvl1pPr marL="0" indent="0" algn="ctr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55AC8B-B002-4942-8AA7-AD9B20D3D4E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09421" y="3967663"/>
            <a:ext cx="7271117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793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409419" y="2597340"/>
            <a:ext cx="727111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0401" y="2741642"/>
            <a:ext cx="3679428" cy="37999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0958" y="2741642"/>
            <a:ext cx="3679428" cy="37999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2799E5-3E86-48AE-9BDA-70DD7AADC0F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943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415" y="2930540"/>
            <a:ext cx="3679428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>
                <a:solidFill>
                  <a:schemeClr val="accent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7415" y="3575096"/>
            <a:ext cx="3679428" cy="298355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7297" y="2930540"/>
            <a:ext cx="3679428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>
                <a:solidFill>
                  <a:schemeClr val="accent1"/>
                </a:solidFill>
              </a:defRPr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7297" y="3575096"/>
            <a:ext cx="3679428" cy="298355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3F81D9-786E-4114-B3B8-CB249E01114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1409420" y="2595588"/>
            <a:ext cx="727111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774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413" y="1008990"/>
            <a:ext cx="7495133" cy="14372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625F75-07B2-423F-8A9A-864B94224F5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09420" y="2595588"/>
            <a:ext cx="727111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549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46F7D2-8405-4EEF-9CB8-4486BE4DEAA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0720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412" y="1530602"/>
            <a:ext cx="2796644" cy="1511935"/>
          </a:xfrm>
        </p:spPr>
        <p:txBody>
          <a:bodyPr anchor="b">
            <a:normAutofit/>
          </a:bodyPr>
          <a:lstStyle>
            <a:lvl1pPr algn="ctr">
              <a:defRPr sz="264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2083" y="1082619"/>
            <a:ext cx="4250464" cy="539443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7412" y="3341188"/>
            <a:ext cx="2796644" cy="2687889"/>
          </a:xfrm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2DA70D-AB1A-4419-A934-CAC319B84E8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409420" y="3210528"/>
            <a:ext cx="25726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922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412" y="2076576"/>
            <a:ext cx="4004250" cy="1511935"/>
          </a:xfrm>
        </p:spPr>
        <p:txBody>
          <a:bodyPr anchor="b">
            <a:normAutofit/>
          </a:bodyPr>
          <a:lstStyle>
            <a:lvl1pPr algn="ctr">
              <a:defRPr sz="264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52727" y="1138617"/>
            <a:ext cx="3229530" cy="5282443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7413" y="3588511"/>
            <a:ext cx="4004249" cy="2015913"/>
          </a:xfrm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0B0DEA-3005-489C-B72A-29D0EB61936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284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413" y="5308103"/>
            <a:ext cx="7495132" cy="624724"/>
          </a:xfrm>
        </p:spPr>
        <p:txBody>
          <a:bodyPr anchor="b">
            <a:normAutofit/>
          </a:bodyPr>
          <a:lstStyle>
            <a:lvl1pPr algn="ctr">
              <a:defRPr sz="264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31381" y="1138618"/>
            <a:ext cx="7817866" cy="3705177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7413" y="5932827"/>
            <a:ext cx="7495132" cy="544226"/>
          </a:xfrm>
        </p:spPr>
        <p:txBody>
          <a:bodyPr anchor="t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6EEDF-AD0C-49D6-9BE2-CF9B043399E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32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413" y="999660"/>
            <a:ext cx="7495132" cy="3414817"/>
          </a:xfrm>
        </p:spPr>
        <p:txBody>
          <a:bodyPr anchor="ctr">
            <a:normAutofit/>
          </a:bodyPr>
          <a:lstStyle>
            <a:lvl1pPr algn="ctr">
              <a:defRPr sz="352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412" y="4713130"/>
            <a:ext cx="7495134" cy="17639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5">
                <a:solidFill>
                  <a:schemeClr val="tx1"/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6EEDF-AD0C-49D6-9BE2-CF9B043399E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09419" y="4563803"/>
            <a:ext cx="72831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9810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010" y="1082619"/>
            <a:ext cx="7055831" cy="2613222"/>
          </a:xfrm>
        </p:spPr>
        <p:txBody>
          <a:bodyPr anchor="ctr">
            <a:normAutofit/>
          </a:bodyPr>
          <a:lstStyle>
            <a:lvl1pPr algn="ctr">
              <a:defRPr sz="3527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64109" y="3695841"/>
            <a:ext cx="6496401" cy="718635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84"/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409" y="4787795"/>
            <a:ext cx="7495137" cy="168926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5">
                <a:solidFill>
                  <a:schemeClr val="tx1"/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6EEDF-AD0C-49D6-9BE2-CF9B043399E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937033" y="997994"/>
            <a:ext cx="504162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lvl="0"/>
            <a:r>
              <a:rPr lang="en-US" sz="7937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5408" y="3117203"/>
            <a:ext cx="504162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lvl="0" algn="r"/>
            <a:r>
              <a:rPr lang="en-US" sz="7937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409420" y="4563803"/>
            <a:ext cx="727111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419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417" y="3647098"/>
            <a:ext cx="7495125" cy="1619080"/>
          </a:xfrm>
        </p:spPr>
        <p:txBody>
          <a:bodyPr anchor="b">
            <a:normAutofit/>
          </a:bodyPr>
          <a:lstStyle>
            <a:lvl1pPr algn="l">
              <a:defRPr sz="352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415" y="5266178"/>
            <a:ext cx="7495128" cy="948432"/>
          </a:xfrm>
        </p:spPr>
        <p:txBody>
          <a:bodyPr anchor="t">
            <a:normAutofit/>
          </a:bodyPr>
          <a:lstStyle>
            <a:lvl1pPr marL="0" indent="0" algn="l">
              <a:buNone/>
              <a:defRPr sz="1984">
                <a:solidFill>
                  <a:schemeClr val="tx1"/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6EEDF-AD0C-49D6-9BE2-CF9B043399E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229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784" y="1082619"/>
            <a:ext cx="6973058" cy="2473228"/>
          </a:xfrm>
        </p:spPr>
        <p:txBody>
          <a:bodyPr anchor="ctr">
            <a:normAutofit/>
          </a:bodyPr>
          <a:lstStyle>
            <a:lvl1pPr algn="ctr">
              <a:defRPr sz="3527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7415" y="4011668"/>
            <a:ext cx="7495128" cy="97771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5">
                <a:solidFill>
                  <a:schemeClr val="tx1"/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412" y="4993119"/>
            <a:ext cx="7495134" cy="1483936"/>
          </a:xfrm>
        </p:spPr>
        <p:txBody>
          <a:bodyPr anchor="t">
            <a:normAutofit/>
          </a:bodyPr>
          <a:lstStyle>
            <a:lvl1pPr marL="0" indent="0" algn="l">
              <a:buNone/>
              <a:defRPr sz="1764">
                <a:solidFill>
                  <a:schemeClr val="tx1"/>
                </a:solidFill>
              </a:defRPr>
            </a:lvl1pPr>
            <a:lvl2pPr marL="5039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6EEDF-AD0C-49D6-9BE2-CF9B043399E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968001" y="988661"/>
            <a:ext cx="504162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lvl="0"/>
            <a:r>
              <a:rPr lang="en-US" sz="881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3370" y="2874537"/>
            <a:ext cx="504162" cy="644607"/>
          </a:xfrm>
          <a:prstGeom prst="rect">
            <a:avLst/>
          </a:prstGeom>
        </p:spPr>
        <p:txBody>
          <a:bodyPr vert="horz" lIns="100796" tIns="50398" rIns="100796" bIns="50398" rtlCol="0" anchor="ctr">
            <a:noAutofit/>
          </a:bodyPr>
          <a:lstStyle/>
          <a:p>
            <a:pPr lvl="0" algn="r"/>
            <a:r>
              <a:rPr lang="en-US" sz="881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409420" y="3779838"/>
            <a:ext cx="727111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431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412" y="1082618"/>
            <a:ext cx="7495132" cy="25292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527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7415" y="3931031"/>
            <a:ext cx="7495128" cy="997877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5">
                <a:solidFill>
                  <a:schemeClr val="tx1"/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413" y="4927789"/>
            <a:ext cx="7495132" cy="1549267"/>
          </a:xfrm>
        </p:spPr>
        <p:txBody>
          <a:bodyPr anchor="t">
            <a:normAutofit/>
          </a:bodyPr>
          <a:lstStyle>
            <a:lvl1pPr marL="0" indent="0" algn="l">
              <a:buNone/>
              <a:defRPr sz="1764">
                <a:solidFill>
                  <a:schemeClr val="tx1"/>
                </a:solidFill>
              </a:defRPr>
            </a:lvl1pPr>
            <a:lvl2pPr marL="5039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6EEDF-AD0C-49D6-9BE2-CF9B043399E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09424" y="3779838"/>
            <a:ext cx="728312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679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7412" y="2744913"/>
            <a:ext cx="7495134" cy="373214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AD1F82-846A-4235-94FD-428061C04A5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09420" y="2595588"/>
            <a:ext cx="728312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1494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7784" y="999660"/>
            <a:ext cx="1784758" cy="54773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7415" y="999660"/>
            <a:ext cx="5419007" cy="54773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A87084-8CC0-4A33-84E4-14346AF42D9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885243" y="999660"/>
            <a:ext cx="0" cy="5477395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560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57" y="2344561"/>
            <a:ext cx="8562021" cy="2768833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546" y="5126377"/>
            <a:ext cx="8560728" cy="1257349"/>
          </a:xfrm>
        </p:spPr>
        <p:txBody>
          <a:bodyPr anchor="t"/>
          <a:lstStyle>
            <a:lvl1pPr marL="0" indent="0" algn="ctr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86EEDF-AD0C-49D6-9BE2-CF9B043399E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D-PanelContent-GrommetsCombined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080625" cy="755967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7413" y="1008990"/>
            <a:ext cx="7495132" cy="14372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412" y="2744913"/>
            <a:ext cx="7495134" cy="37974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07788" y="6570384"/>
            <a:ext cx="1265902" cy="307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7412" y="6570384"/>
            <a:ext cx="5627541" cy="307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56524" y="6570384"/>
            <a:ext cx="436022" cy="307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F086EEDF-AD0C-49D6-9BE2-CF9B043399E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531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2" r:id="rId1"/>
    <p:sldLayoutId id="2147484833" r:id="rId2"/>
    <p:sldLayoutId id="2147484834" r:id="rId3"/>
    <p:sldLayoutId id="2147484835" r:id="rId4"/>
    <p:sldLayoutId id="2147484836" r:id="rId5"/>
    <p:sldLayoutId id="2147484837" r:id="rId6"/>
    <p:sldLayoutId id="2147484838" r:id="rId7"/>
    <p:sldLayoutId id="2147484839" r:id="rId8"/>
    <p:sldLayoutId id="2147484840" r:id="rId9"/>
    <p:sldLayoutId id="2147484841" r:id="rId10"/>
    <p:sldLayoutId id="2147484842" r:id="rId11"/>
    <p:sldLayoutId id="2147484843" r:id="rId12"/>
    <p:sldLayoutId id="2147484844" r:id="rId13"/>
    <p:sldLayoutId id="2147484845" r:id="rId14"/>
    <p:sldLayoutId id="2147484846" r:id="rId15"/>
    <p:sldLayoutId id="2147484847" r:id="rId16"/>
    <p:sldLayoutId id="2147484848" r:id="rId17"/>
    <p:sldLayoutId id="2147484849" r:id="rId18"/>
  </p:sldLayoutIdLst>
  <p:txStyles>
    <p:titleStyle>
      <a:lvl1pPr algn="ctr" defTabSz="503972" rtl="0" eaLnBrk="1" latinLnBrk="0" hangingPunct="1">
        <a:spcBef>
          <a:spcPct val="0"/>
        </a:spcBef>
        <a:buNone/>
        <a:defRPr sz="4409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14982" indent="-314982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646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18954" indent="-314982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20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322925" indent="-314982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98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700904" indent="-188989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76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204876" indent="-188989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771844" indent="-251986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ohenk@yahoo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musabaqah.id/" TargetMode="Externa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>
          <a:xfrm>
            <a:off x="2118799" y="1728846"/>
            <a:ext cx="5852656" cy="1938992"/>
          </a:xfrm>
        </p:spPr>
        <p:txBody>
          <a:bodyPr>
            <a:spAutoFit/>
          </a:bodyPr>
          <a:lstStyle/>
          <a:p>
            <a:pPr>
              <a:buSzPct val="45000"/>
            </a:pPr>
            <a:r>
              <a:rPr lang="id-ID" sz="4000" dirty="0"/>
              <a:t>PANDUAN </a:t>
            </a:r>
            <a:r>
              <a:rPr lang="en-US" sz="4000" dirty="0"/>
              <a:t>PENGGUNAAN</a:t>
            </a:r>
            <a:br>
              <a:rPr lang="id-ID" sz="4000" dirty="0"/>
            </a:br>
            <a:r>
              <a:rPr lang="en-US" sz="4000" dirty="0"/>
              <a:t>APLIKASI M</a:t>
            </a:r>
            <a:r>
              <a:rPr lang="id-ID" sz="4000" dirty="0"/>
              <a:t>USABAQAH</a:t>
            </a:r>
            <a:endParaRPr lang="en-US" sz="4000" dirty="0"/>
          </a:p>
        </p:txBody>
      </p:sp>
      <p:sp>
        <p:nvSpPr>
          <p:cNvPr id="10243" name="Text Placeholder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107950" indent="0" algn="ctr">
              <a:spcBef>
                <a:spcPct val="0"/>
              </a:spcBef>
              <a:spcAft>
                <a:spcPts val="1413"/>
              </a:spcAft>
              <a:buClr>
                <a:srgbClr val="800000"/>
              </a:buClr>
              <a:buSzPct val="45000"/>
              <a:buFont typeface="StarSymbol"/>
              <a:buNone/>
            </a:pPr>
            <a:r>
              <a:rPr lang="id-ID" sz="2000" dirty="0">
                <a:latin typeface="Albany"/>
                <a:ea typeface="Andale Sans UI"/>
                <a:cs typeface="Tahoma" pitchFamily="34" charset="0"/>
              </a:rPr>
              <a:t>(c) 201</a:t>
            </a:r>
            <a:r>
              <a:rPr lang="en-ID" sz="2000" dirty="0">
                <a:latin typeface="Albany"/>
                <a:ea typeface="Andale Sans UI"/>
                <a:cs typeface="Tahoma" pitchFamily="34" charset="0"/>
              </a:rPr>
              <a:t>9</a:t>
            </a:r>
            <a:r>
              <a:rPr lang="id-ID" sz="2000" dirty="0">
                <a:latin typeface="Albany"/>
                <a:ea typeface="Andale Sans UI"/>
                <a:cs typeface="Tahoma" pitchFamily="34" charset="0"/>
              </a:rPr>
              <a:t> </a:t>
            </a:r>
            <a:r>
              <a:rPr lang="en-US" sz="2000" dirty="0">
                <a:latin typeface="Albany"/>
                <a:ea typeface="Andale Sans UI"/>
                <a:cs typeface="Tahoma" pitchFamily="34" charset="0"/>
              </a:rPr>
              <a:t>Toha </a:t>
            </a:r>
            <a:r>
              <a:rPr lang="id-ID" sz="2000" dirty="0">
                <a:latin typeface="Albany"/>
                <a:ea typeface="Andale Sans UI"/>
                <a:cs typeface="Tahoma" pitchFamily="34" charset="0"/>
              </a:rPr>
              <a:t>&lt;</a:t>
            </a:r>
            <a:r>
              <a:rPr lang="en-US" sz="2000" dirty="0">
                <a:latin typeface="Albany"/>
                <a:ea typeface="Andale Sans UI"/>
                <a:cs typeface="Tahoma" pitchFamily="34" charset="0"/>
                <a:hlinkClick r:id="rId3"/>
              </a:rPr>
              <a:t>tohenk@yahoo.com</a:t>
            </a:r>
            <a:r>
              <a:rPr lang="id-ID" sz="2000" dirty="0">
                <a:latin typeface="Albany"/>
                <a:ea typeface="Andale Sans UI"/>
                <a:cs typeface="Tahoma" pitchFamily="34" charset="0"/>
              </a:rPr>
              <a:t>&gt;</a:t>
            </a:r>
          </a:p>
          <a:p>
            <a:pPr marL="107950" indent="0" algn="ctr">
              <a:spcBef>
                <a:spcPct val="0"/>
              </a:spcBef>
              <a:spcAft>
                <a:spcPts val="1413"/>
              </a:spcAft>
              <a:buClr>
                <a:srgbClr val="800000"/>
              </a:buClr>
              <a:buSzPct val="45000"/>
              <a:buFont typeface="StarSymbol"/>
              <a:buNone/>
            </a:pPr>
            <a:r>
              <a:rPr lang="id-ID" sz="2000" dirty="0">
                <a:latin typeface="Albany"/>
                <a:ea typeface="Andale Sans UI"/>
                <a:cs typeface="Tahoma" pitchFamily="34" charset="0"/>
                <a:sym typeface="Wingdings" panose="05000000000000000000" pitchFamily="2" charset="2"/>
              </a:rPr>
              <a:t> </a:t>
            </a:r>
            <a:r>
              <a:rPr lang="id-ID" sz="2000" dirty="0">
                <a:latin typeface="Albany"/>
                <a:ea typeface="Andale Sans UI"/>
                <a:cs typeface="Tahoma" pitchFamily="34" charset="0"/>
              </a:rPr>
              <a:t>08123090095</a:t>
            </a:r>
            <a:endParaRPr lang="en-US" sz="2000" dirty="0">
              <a:latin typeface="Albany"/>
              <a:ea typeface="Andale Sans UI"/>
              <a:cs typeface="Tahoma" pitchFamily="34" charset="0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20514C-B7B1-4B1A-BF48-C535D2AB3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PENDAHULUAN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E62E86-FB98-4F21-9E3F-2EF6D0CC7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1762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MENGUNDUH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0400" y="2741642"/>
            <a:ext cx="5180071" cy="3799997"/>
          </a:xfrm>
        </p:spPr>
        <p:txBody>
          <a:bodyPr>
            <a:normAutofit/>
          </a:bodyPr>
          <a:lstStyle/>
          <a:p>
            <a:r>
              <a:rPr lang="en-US" noProof="1"/>
              <a:t>Gabung dengan grup </a:t>
            </a:r>
            <a:r>
              <a:rPr lang="en-US" dirty="0"/>
              <a:t>Facebook </a:t>
            </a:r>
            <a:r>
              <a:rPr lang="id-ID" b="1" dirty="0"/>
              <a:t>TEAM IT MUSABAQAH</a:t>
            </a:r>
            <a:r>
              <a:rPr lang="en-US" dirty="0"/>
              <a:t> untuk pembaharuan informasi.</a:t>
            </a:r>
          </a:p>
          <a:p>
            <a:r>
              <a:rPr lang="id-ID" dirty="0"/>
              <a:t>Aplikasi dapat di</a:t>
            </a:r>
            <a:r>
              <a:rPr lang="en-ID" dirty="0"/>
              <a:t>unduh</a:t>
            </a:r>
            <a:r>
              <a:rPr lang="id-ID" dirty="0"/>
              <a:t> </a:t>
            </a:r>
            <a:r>
              <a:rPr lang="en-ID" dirty="0"/>
              <a:t>melalui website </a:t>
            </a:r>
            <a:r>
              <a:rPr lang="en-ID" dirty="0">
                <a:hlinkClick r:id="rId2"/>
              </a:rPr>
              <a:t>https://musabaqah.id/</a:t>
            </a:r>
            <a:r>
              <a:rPr lang="id-ID" dirty="0"/>
              <a:t>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582A066-B90C-4E12-89DB-F4B1A8A30A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905" y="2741642"/>
            <a:ext cx="2105319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67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APA ITU APLIKASI MUSABAQAH?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>
                <a:effectLst/>
              </a:rPr>
              <a:t>Aplikasi Musabaqah adalah </a:t>
            </a:r>
            <a:r>
              <a:rPr lang="en-ID" dirty="0">
                <a:effectLst/>
              </a:rPr>
              <a:t>Alat Bantu</a:t>
            </a:r>
            <a:r>
              <a:rPr lang="id-ID" dirty="0">
                <a:effectLst/>
              </a:rPr>
              <a:t> Penilaian pada MTQ/STQ </a:t>
            </a:r>
            <a:r>
              <a:rPr lang="en-ID" dirty="0">
                <a:effectLst/>
              </a:rPr>
              <a:t>yang mampu memeriksa interval nilai dewan hakim secara otomatis, menampilkan ranking/urutan nilai peserta sesuai dengan kaidah bidang-bidang penilaian dan dilengkapi </a:t>
            </a:r>
            <a:r>
              <a:rPr lang="en-ID" noProof="1">
                <a:effectLst/>
              </a:rPr>
              <a:t>dengan</a:t>
            </a:r>
            <a:r>
              <a:rPr lang="en-ID" dirty="0">
                <a:effectLst/>
              </a:rPr>
              <a:t> fungsi pemeriksaan sidik jari peserta.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338454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FUNGSI</a:t>
            </a:r>
            <a:r>
              <a:rPr lang="id-ID" dirty="0"/>
              <a:t> APLIKASI MUSABAQAH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id-ID" dirty="0"/>
              <a:t>Membantu pelaksanaan penilaian lomba pada Musabaqah Tilawatil Qur’an (MTQ), Musabaqah Qira’atil Kutub (MQK), dan lomba yang lain yang mengacu pada MTQ.</a:t>
            </a:r>
          </a:p>
          <a:p>
            <a:r>
              <a:rPr lang="id-ID" dirty="0"/>
              <a:t>Secara personal, membantu dan mempermudah tugas panitera untuk rekapitulasi nilai dan penentuan ranking.</a:t>
            </a:r>
          </a:p>
          <a:p>
            <a:r>
              <a:rPr lang="id-ID" dirty="0"/>
              <a:t>Secara umum, membantu keterbukaan dalam pelaksanaan perlombaan dengan memberikan informasi hasil penilaian baik secara langsung pada venue lomba, melalui website, atau dengan menggunakan SMS Center.</a:t>
            </a:r>
          </a:p>
        </p:txBody>
      </p:sp>
    </p:spTree>
    <p:extLst>
      <p:ext uri="{BB962C8B-B14F-4D97-AF65-F5344CB8AC3E}">
        <p14:creationId xmlns:p14="http://schemas.microsoft.com/office/powerpoint/2010/main" val="175400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INTEGRASI SIDIK JARI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0400" y="2741642"/>
            <a:ext cx="4892039" cy="3799997"/>
          </a:xfrm>
        </p:spPr>
        <p:txBody>
          <a:bodyPr>
            <a:normAutofit fontScale="92500" lnSpcReduction="20000"/>
          </a:bodyPr>
          <a:lstStyle/>
          <a:p>
            <a:r>
              <a:rPr lang="en-ID" noProof="1"/>
              <a:t>Menggunakan USB fingerprint seri u.are.u 4500.</a:t>
            </a:r>
          </a:p>
          <a:p>
            <a:r>
              <a:rPr lang="en-ID" noProof="1"/>
              <a:t>Jumlah sidik jari yang bias direkam fleksibel s/d 10 jari.</a:t>
            </a:r>
          </a:p>
          <a:p>
            <a:r>
              <a:rPr lang="en-ID" noProof="1"/>
              <a:t>Database sidik jari bersifat akumulatif dan dapat digabung dengan data sidik jari sebelumnya guna pendeteksian peserta secara akurat.</a:t>
            </a:r>
          </a:p>
          <a:p>
            <a:r>
              <a:rPr lang="en-ID" noProof="1"/>
              <a:t>Teritegrasi dengan penilaian.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6506B94-D155-4662-951F-CDE1B2974F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464" y="2801939"/>
            <a:ext cx="2392636" cy="2392636"/>
          </a:xfrm>
        </p:spPr>
      </p:pic>
    </p:spTree>
    <p:extLst>
      <p:ext uri="{BB962C8B-B14F-4D97-AF65-F5344CB8AC3E}">
        <p14:creationId xmlns:p14="http://schemas.microsoft.com/office/powerpoint/2010/main" val="710774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56D1A7-98BB-4D31-8DD3-2E8BA6F10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INSTALASI APLIKASI MUSABAQAH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7B5EB9-36F3-410B-9594-0B5ADA106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1117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PESYARATAN SISTEM/KOMPUTER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Resolusi layar 1024x768 dan Driver VGA sudah terpasang (agar bisa terhubung dengan proyektor)</a:t>
            </a:r>
            <a:r>
              <a:rPr lang="en-US" dirty="0"/>
              <a:t>.</a:t>
            </a:r>
            <a:endParaRPr lang="id-ID" dirty="0"/>
          </a:p>
          <a:p>
            <a:r>
              <a:rPr lang="id-ID" dirty="0"/>
              <a:t>Regional Settings/Region diatur sebagai Indonesia, untuk memastikan data tanggal dengan format TGL/BLN/THN.</a:t>
            </a:r>
          </a:p>
        </p:txBody>
      </p:sp>
    </p:spTree>
    <p:extLst>
      <p:ext uri="{BB962C8B-B14F-4D97-AF65-F5344CB8AC3E}">
        <p14:creationId xmlns:p14="http://schemas.microsoft.com/office/powerpoint/2010/main" val="2524632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INSTALASI APLIKASI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Pasang SDK fingerprint u.are.u 4500.</a:t>
            </a:r>
          </a:p>
          <a:p>
            <a:r>
              <a:rPr lang="en-ID" dirty="0"/>
              <a:t>Pasang Aplikasi Musabaqah dan pilih Event yang sesuai (PENTING!).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264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2DAC6C-6303-424E-9920-C7712B20A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TAHAPAN DAN ALUR LOMBA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2A605-9507-4542-A308-D8D03671F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51742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T</a:t>
            </a:r>
            <a:r>
              <a:rPr lang="en-US" dirty="0"/>
              <a:t>AHAPAN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Pendaftaran Peserta</a:t>
            </a:r>
            <a:r>
              <a:rPr lang="en-US" dirty="0"/>
              <a:t>.</a:t>
            </a:r>
            <a:endParaRPr lang="en-ID" dirty="0"/>
          </a:p>
          <a:p>
            <a:r>
              <a:rPr lang="en-ID" dirty="0"/>
              <a:t>Rekam dan Pemeriksaan Sidik Jari Peserta.</a:t>
            </a:r>
            <a:endParaRPr lang="id-ID" dirty="0"/>
          </a:p>
          <a:p>
            <a:r>
              <a:rPr lang="id-ID" dirty="0"/>
              <a:t>Penilaian Lomba</a:t>
            </a:r>
            <a:r>
              <a:rPr lang="en-US" dirty="0"/>
              <a:t>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868156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</a:t>
            </a:r>
            <a:r>
              <a:rPr lang="en-US" dirty="0"/>
              <a:t>ENDAFTARAN</a:t>
            </a:r>
            <a:r>
              <a:rPr lang="id-ID" dirty="0"/>
              <a:t> PESERTA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Validasi umur peserta</a:t>
            </a:r>
            <a:r>
              <a:rPr lang="en-US" dirty="0"/>
              <a:t>.</a:t>
            </a:r>
            <a:endParaRPr lang="id-ID" dirty="0"/>
          </a:p>
          <a:p>
            <a:r>
              <a:rPr lang="id-ID" dirty="0"/>
              <a:t>Penomoran peserta otomatis sesuai gender</a:t>
            </a:r>
            <a:r>
              <a:rPr lang="en-US" dirty="0"/>
              <a:t>.</a:t>
            </a:r>
            <a:endParaRPr lang="en-ID" dirty="0"/>
          </a:p>
          <a:p>
            <a:r>
              <a:rPr lang="en-ID" dirty="0"/>
              <a:t>Mendukung pula penomoran secara manual.</a:t>
            </a:r>
            <a:endParaRPr lang="id-ID" dirty="0"/>
          </a:p>
          <a:p>
            <a:r>
              <a:rPr lang="id-ID" dirty="0"/>
              <a:t>Impor dan ekspor data peserta</a:t>
            </a:r>
            <a:r>
              <a:rPr lang="en-US" dirty="0"/>
              <a:t>.</a:t>
            </a:r>
          </a:p>
          <a:p>
            <a:r>
              <a:rPr lang="id-ID" dirty="0"/>
              <a:t>Integrasi dengan Aplikasi ID-CARD</a:t>
            </a:r>
            <a:r>
              <a:rPr lang="en-US" dirty="0"/>
              <a:t>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217017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</a:t>
            </a:r>
            <a:r>
              <a:rPr lang="en-US" dirty="0"/>
              <a:t>ENILAIAN</a:t>
            </a:r>
            <a:r>
              <a:rPr lang="id-ID" dirty="0"/>
              <a:t> LOMBA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Penjurian I (</a:t>
            </a:r>
            <a:r>
              <a:rPr lang="id-ID" i="1" dirty="0"/>
              <a:t>satu bidang dinilai 3 hakim dengan Nilai Rata-Rata maupun Nilai Tengah</a:t>
            </a:r>
            <a:r>
              <a:rPr lang="id-ID" dirty="0"/>
              <a:t>)</a:t>
            </a:r>
            <a:r>
              <a:rPr lang="en-US" dirty="0"/>
              <a:t>.</a:t>
            </a:r>
            <a:endParaRPr lang="id-ID" dirty="0"/>
          </a:p>
          <a:p>
            <a:r>
              <a:rPr lang="id-ID" dirty="0"/>
              <a:t>Penjurian II (</a:t>
            </a:r>
            <a:r>
              <a:rPr lang="id-ID" i="1" dirty="0"/>
              <a:t>satu hakim menilai beberapa bidang</a:t>
            </a:r>
            <a:r>
              <a:rPr lang="id-ID" dirty="0"/>
              <a:t>)</a:t>
            </a:r>
            <a:r>
              <a:rPr lang="en-US" dirty="0"/>
              <a:t>.</a:t>
            </a:r>
            <a:endParaRPr lang="id-ID" dirty="0"/>
          </a:p>
          <a:p>
            <a:r>
              <a:rPr lang="id-ID" dirty="0"/>
              <a:t>Penjurian III (</a:t>
            </a:r>
            <a:r>
              <a:rPr lang="id-ID" i="1" dirty="0"/>
              <a:t>variasi dari Penjurian I dengan jumlah dewan hakim untuk tiap-tiap bidang bebas ditentukan</a:t>
            </a:r>
            <a:r>
              <a:rPr lang="id-ID" dirty="0"/>
              <a:t>)</a:t>
            </a:r>
            <a:r>
              <a:rPr lang="en-US" dirty="0"/>
              <a:t>.</a:t>
            </a:r>
            <a:endParaRPr lang="id-ID" dirty="0"/>
          </a:p>
          <a:p>
            <a:r>
              <a:rPr lang="id-ID" dirty="0"/>
              <a:t>Cerdas Cermat</a:t>
            </a:r>
            <a:r>
              <a:rPr lang="en-US" dirty="0"/>
              <a:t>.</a:t>
            </a:r>
            <a:endParaRPr lang="id-ID" dirty="0"/>
          </a:p>
          <a:p>
            <a:endParaRPr lang="id-ID" dirty="0"/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890464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ALUR PROSES PENILAIAN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7259" y="2779734"/>
            <a:ext cx="6335632" cy="3727407"/>
          </a:xfrm>
          <a:prstGeom prst="rect">
            <a:avLst/>
          </a:prstGeom>
          <a:effectLst>
            <a:reflection blurRad="6350" stA="50000" endA="275" endPos="40000" dist="1016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85629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A452E6-6BC4-4680-870A-1205DEDEE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PENILAIAN LOMBA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EC385E-3935-4E0F-B5D3-B42D04CF9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0437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LANGKAH-LANGKAH</a:t>
            </a:r>
            <a:r>
              <a:rPr lang="id-ID" dirty="0"/>
              <a:t> PENILAIAN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Pengaturan (Babak, Jenis Penilaian, dan Timer)</a:t>
            </a:r>
            <a:r>
              <a:rPr lang="en-US" dirty="0"/>
              <a:t>.</a:t>
            </a:r>
            <a:endParaRPr lang="id-ID" dirty="0"/>
          </a:p>
          <a:p>
            <a:r>
              <a:rPr lang="id-ID" dirty="0"/>
              <a:t>Mengisi Data (Hakim, Peserta, Topik, Grup, dll)</a:t>
            </a:r>
            <a:r>
              <a:rPr lang="en-US" dirty="0"/>
              <a:t>.</a:t>
            </a:r>
            <a:endParaRPr lang="id-ID" dirty="0"/>
          </a:p>
          <a:p>
            <a:r>
              <a:rPr lang="id-ID" dirty="0"/>
              <a:t>Penilaian</a:t>
            </a:r>
            <a:r>
              <a:rPr lang="en-US" dirty="0"/>
              <a:t>.</a:t>
            </a:r>
            <a:endParaRPr lang="id-ID" dirty="0"/>
          </a:p>
          <a:p>
            <a:r>
              <a:rPr lang="id-ID" dirty="0"/>
              <a:t>Ekspor dan impor data penilaian</a:t>
            </a:r>
            <a:r>
              <a:rPr lang="en-US" dirty="0"/>
              <a:t>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243334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PENGATURAN LOMBA</a:t>
            </a:r>
          </a:p>
        </p:txBody>
      </p:sp>
      <p:sp>
        <p:nvSpPr>
          <p:cNvPr id="13315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Tentukan Babak.</a:t>
            </a:r>
          </a:p>
          <a:p>
            <a:r>
              <a:rPr lang="en-US" dirty="0"/>
              <a:t>Jenis Penilaian pada Penjurian I (Nilai Rata-Rata atau </a:t>
            </a:r>
            <a:r>
              <a:rPr lang="id-ID" dirty="0"/>
              <a:t>Nilai </a:t>
            </a:r>
            <a:r>
              <a:rPr lang="en-US" dirty="0"/>
              <a:t>Tengah).</a:t>
            </a:r>
          </a:p>
          <a:p>
            <a:r>
              <a:rPr lang="en-US" dirty="0"/>
              <a:t>Lomba Menggunakan Timer?</a:t>
            </a:r>
          </a:p>
          <a:p>
            <a:r>
              <a:rPr lang="en-US" dirty="0"/>
              <a:t>Pengaturan Tambahan.</a:t>
            </a: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TIMER</a:t>
            </a:r>
          </a:p>
        </p:txBody>
      </p:sp>
      <p:sp>
        <p:nvSpPr>
          <p:cNvPr id="14339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i="1" dirty="0"/>
              <a:t>Waktu Persiapan</a:t>
            </a:r>
            <a:r>
              <a:rPr lang="en-US" i="1" dirty="0"/>
              <a:t> </a:t>
            </a:r>
            <a:r>
              <a:rPr lang="en-US" dirty="0"/>
              <a:t>(lampu kuning berkedip) menandakan peserta untuk bersiap-siap.</a:t>
            </a:r>
          </a:p>
          <a:p>
            <a:r>
              <a:rPr lang="en-US" b="1" i="1" dirty="0"/>
              <a:t>Waktu Penilaian</a:t>
            </a:r>
            <a:r>
              <a:rPr lang="en-US" i="1" dirty="0"/>
              <a:t> </a:t>
            </a:r>
            <a:r>
              <a:rPr lang="en-US" dirty="0"/>
              <a:t>(lampu hijau menyala) menandakan penilaian sedang berlangsung.</a:t>
            </a:r>
          </a:p>
          <a:p>
            <a:r>
              <a:rPr lang="en-US" b="1" i="1" dirty="0"/>
              <a:t>Waktu Menjelang Habis</a:t>
            </a:r>
            <a:r>
              <a:rPr lang="en-US" dirty="0"/>
              <a:t> (lampu kuning berkedip sedangkan lampu hijau tetap menyala) menandakan waktu akan segera berakhir.</a:t>
            </a:r>
          </a:p>
          <a:p>
            <a:r>
              <a:rPr lang="en-US" b="1" i="1" dirty="0"/>
              <a:t>Waktu Habis </a:t>
            </a:r>
            <a:r>
              <a:rPr lang="en-US" dirty="0"/>
              <a:t>(lampu merah menyala), penilaian sudah selesai.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 TIMER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23" name="TextBox 22"/>
          <p:cNvSpPr txBox="1"/>
          <p:nvPr/>
        </p:nvSpPr>
        <p:spPr>
          <a:xfrm>
            <a:off x="3644900" y="5147592"/>
            <a:ext cx="2790825" cy="1152525"/>
          </a:xfrm>
          <a:prstGeom prst="rect">
            <a:avLst/>
          </a:prstGeom>
          <a:noFill/>
          <a:ln>
            <a:noFill/>
          </a:ln>
        </p:spPr>
        <p:txBody>
          <a:bodyPr lIns="89991" tIns="44996" rIns="89991" bIns="44996" compatLnSpc="0">
            <a:spAutoFit/>
          </a:bodyPr>
          <a:lstStyle/>
          <a:p>
            <a:pPr defTabSz="914305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Albany" pitchFamily="18"/>
                <a:ea typeface="Andale Sans UI" pitchFamily="2"/>
                <a:cs typeface="Tahoma" pitchFamily="2"/>
              </a:rPr>
              <a:t>1. PERSIAPAN</a:t>
            </a:r>
          </a:p>
          <a:p>
            <a:pPr defTabSz="914305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Albany" pitchFamily="18"/>
                <a:ea typeface="Andale Sans UI" pitchFamily="2"/>
                <a:cs typeface="Tahoma" pitchFamily="2"/>
              </a:rPr>
              <a:t>2. PENILAIAN</a:t>
            </a:r>
          </a:p>
          <a:p>
            <a:pPr defTabSz="914305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Albany" pitchFamily="18"/>
                <a:ea typeface="Andale Sans UI" pitchFamily="2"/>
                <a:cs typeface="Tahoma" pitchFamily="2"/>
              </a:rPr>
              <a:t>3. MENJELANG HABIS</a:t>
            </a:r>
          </a:p>
          <a:p>
            <a:pPr defTabSz="914305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Albany" pitchFamily="18"/>
                <a:ea typeface="Andale Sans UI" pitchFamily="2"/>
                <a:cs typeface="Tahoma" pitchFamily="2"/>
              </a:rPr>
              <a:t>4. HABIS</a:t>
            </a:r>
          </a:p>
        </p:txBody>
      </p:sp>
      <p:grpSp>
        <p:nvGrpSpPr>
          <p:cNvPr id="24" name="Group 3">
            <a:extLst>
              <a:ext uri="{FF2B5EF4-FFF2-40B4-BE49-F238E27FC236}">
                <a16:creationId xmlns:a16="http://schemas.microsoft.com/office/drawing/2014/main" id="{68C8F71B-4F44-4AC1-9638-018556ECCDC4}"/>
              </a:ext>
            </a:extLst>
          </p:cNvPr>
          <p:cNvGrpSpPr>
            <a:grpSpLocks/>
          </p:cNvGrpSpPr>
          <p:nvPr/>
        </p:nvGrpSpPr>
        <p:grpSpPr bwMode="auto">
          <a:xfrm>
            <a:off x="2160588" y="2915741"/>
            <a:ext cx="5759450" cy="1800225"/>
            <a:chOff x="2160000" y="2520000"/>
            <a:chExt cx="5760000" cy="1800000"/>
          </a:xfrm>
        </p:grpSpPr>
        <p:grpSp>
          <p:nvGrpSpPr>
            <p:cNvPr id="25" name="Group 4">
              <a:extLst>
                <a:ext uri="{FF2B5EF4-FFF2-40B4-BE49-F238E27FC236}">
                  <a16:creationId xmlns:a16="http://schemas.microsoft.com/office/drawing/2014/main" id="{5A78119C-C88F-4B90-B11C-FAB1781FB8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000" y="2520000"/>
              <a:ext cx="5760000" cy="720000"/>
              <a:chOff x="2160000" y="2520000"/>
              <a:chExt cx="5760000" cy="720000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91344248-26A8-4455-9E19-E4255BEB41EB}"/>
                  </a:ext>
                </a:extLst>
              </p:cNvPr>
              <p:cNvSpPr/>
              <p:nvPr/>
            </p:nvSpPr>
            <p:spPr>
              <a:xfrm>
                <a:off x="2160000" y="2520000"/>
                <a:ext cx="539802" cy="360317"/>
              </a:xfrm>
              <a:prstGeom prst="rect">
                <a:avLst/>
              </a:prstGeom>
              <a:solidFill>
                <a:srgbClr val="E6FF00"/>
              </a:solidFill>
              <a:ln w="0">
                <a:solidFill>
                  <a:srgbClr val="000000"/>
                </a:solidFill>
                <a:prstDash val="solid"/>
              </a:ln>
            </p:spPr>
            <p:txBody>
              <a:bodyPr lIns="90000" tIns="45000" rIns="90000" bIns="45000" anchor="ctr" anchorCtr="1" compatLnSpc="0"/>
              <a:lstStyle/>
              <a:p>
                <a:pPr defTabSz="914305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Albany" pitchFamily="18"/>
                  <a:ea typeface="Andale Sans UI" pitchFamily="2"/>
                  <a:cs typeface="Tahoma" pitchFamily="2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4A8A6D8B-0B02-4497-91B2-DD5078371357}"/>
                  </a:ext>
                </a:extLst>
              </p:cNvPr>
              <p:cNvSpPr/>
              <p:nvPr/>
            </p:nvSpPr>
            <p:spPr>
              <a:xfrm>
                <a:off x="2699802" y="2520000"/>
                <a:ext cx="4680397" cy="360317"/>
              </a:xfrm>
              <a:prstGeom prst="rect">
                <a:avLst/>
              </a:prstGeom>
              <a:solidFill>
                <a:srgbClr val="23FF23"/>
              </a:solidFill>
              <a:ln w="0">
                <a:solidFill>
                  <a:srgbClr val="000000"/>
                </a:solidFill>
                <a:prstDash val="solid"/>
              </a:ln>
            </p:spPr>
            <p:txBody>
              <a:bodyPr lIns="90000" tIns="45000" rIns="90000" bIns="45000" anchor="ctr" anchorCtr="1" compatLnSpc="0"/>
              <a:lstStyle/>
              <a:p>
                <a:pPr defTabSz="914305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Albany" pitchFamily="18"/>
                  <a:ea typeface="Andale Sans UI" pitchFamily="2"/>
                  <a:cs typeface="Tahoma" pitchFamily="2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5F7702CF-A373-4FC5-BE7A-ABC7E5181476}"/>
                  </a:ext>
                </a:extLst>
              </p:cNvPr>
              <p:cNvSpPr/>
              <p:nvPr/>
            </p:nvSpPr>
            <p:spPr>
              <a:xfrm>
                <a:off x="5940198" y="2880317"/>
                <a:ext cx="1440001" cy="360318"/>
              </a:xfrm>
              <a:prstGeom prst="rect">
                <a:avLst/>
              </a:prstGeom>
              <a:solidFill>
                <a:srgbClr val="E6FF00"/>
              </a:solidFill>
              <a:ln w="0">
                <a:solidFill>
                  <a:srgbClr val="000000"/>
                </a:solidFill>
                <a:prstDash val="solid"/>
              </a:ln>
            </p:spPr>
            <p:txBody>
              <a:bodyPr lIns="90000" tIns="45000" rIns="90000" bIns="45000" anchor="ctr" anchorCtr="1" compatLnSpc="0"/>
              <a:lstStyle/>
              <a:p>
                <a:pPr defTabSz="914305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Albany" pitchFamily="18"/>
                  <a:ea typeface="Andale Sans UI" pitchFamily="2"/>
                  <a:cs typeface="Tahoma" pitchFamily="2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920FE3F-2C78-464C-9644-73358F7F9EF8}"/>
                  </a:ext>
                </a:extLst>
              </p:cNvPr>
              <p:cNvSpPr/>
              <p:nvPr/>
            </p:nvSpPr>
            <p:spPr>
              <a:xfrm>
                <a:off x="7380198" y="2520000"/>
                <a:ext cx="539802" cy="360317"/>
              </a:xfrm>
              <a:prstGeom prst="rect">
                <a:avLst/>
              </a:prstGeom>
              <a:solidFill>
                <a:srgbClr val="FF0000"/>
              </a:solidFill>
              <a:ln w="0">
                <a:solidFill>
                  <a:srgbClr val="000000"/>
                </a:solidFill>
                <a:prstDash val="solid"/>
              </a:ln>
            </p:spPr>
            <p:txBody>
              <a:bodyPr lIns="90000" tIns="45000" rIns="90000" bIns="45000" anchor="ctr" anchorCtr="1" compatLnSpc="0"/>
              <a:lstStyle/>
              <a:p>
                <a:pPr defTabSz="914305" fontAlgn="auto" hangingPunct="0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Albany" pitchFamily="18"/>
                  <a:ea typeface="Andale Sans UI" pitchFamily="2"/>
                  <a:cs typeface="Tahoma" pitchFamily="2"/>
                </a:endParaRPr>
              </a:p>
            </p:txBody>
          </p:sp>
        </p:grpSp>
        <p:sp>
          <p:nvSpPr>
            <p:cNvPr id="26" name="Straight Connector 25">
              <a:extLst>
                <a:ext uri="{FF2B5EF4-FFF2-40B4-BE49-F238E27FC236}">
                  <a16:creationId xmlns:a16="http://schemas.microsoft.com/office/drawing/2014/main" id="{437DE1A2-6525-4674-BCCC-1600192F20B8}"/>
                </a:ext>
              </a:extLst>
            </p:cNvPr>
            <p:cNvSpPr/>
            <p:nvPr/>
          </p:nvSpPr>
          <p:spPr>
            <a:xfrm>
              <a:off x="2160000" y="2880317"/>
              <a:ext cx="0" cy="1079365"/>
            </a:xfrm>
            <a:prstGeom prst="line">
              <a:avLst/>
            </a:prstGeom>
            <a:noFill/>
            <a:ln w="0">
              <a:solidFill>
                <a:srgbClr val="0047FF"/>
              </a:solidFill>
              <a:prstDash val="solid"/>
            </a:ln>
          </p:spPr>
          <p:txBody>
            <a:bodyPr lIns="90000" tIns="45000" rIns="90000" bIns="45000" anchor="ctr" anchorCtr="1" compatLnSpc="0"/>
            <a:lstStyle/>
            <a:p>
              <a:pPr defTabSz="914305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Albany" pitchFamily="18"/>
                <a:ea typeface="Andale Sans UI" pitchFamily="2"/>
                <a:cs typeface="Tahoma" pitchFamily="2"/>
              </a:endParaRPr>
            </a:p>
          </p:txBody>
        </p:sp>
        <p:sp>
          <p:nvSpPr>
            <p:cNvPr id="27" name="Straight Connector 26">
              <a:extLst>
                <a:ext uri="{FF2B5EF4-FFF2-40B4-BE49-F238E27FC236}">
                  <a16:creationId xmlns:a16="http://schemas.microsoft.com/office/drawing/2014/main" id="{55CCD6E5-8BE3-4C72-A49F-1C974D27306B}"/>
                </a:ext>
              </a:extLst>
            </p:cNvPr>
            <p:cNvSpPr/>
            <p:nvPr/>
          </p:nvSpPr>
          <p:spPr>
            <a:xfrm>
              <a:off x="2699802" y="2880317"/>
              <a:ext cx="0" cy="1079365"/>
            </a:xfrm>
            <a:prstGeom prst="line">
              <a:avLst/>
            </a:prstGeom>
            <a:noFill/>
            <a:ln w="0">
              <a:solidFill>
                <a:srgbClr val="0047FF"/>
              </a:solidFill>
              <a:prstDash val="solid"/>
            </a:ln>
          </p:spPr>
          <p:txBody>
            <a:bodyPr lIns="90000" tIns="45000" rIns="90000" bIns="45000" anchor="ctr" anchorCtr="1" compatLnSpc="0"/>
            <a:lstStyle/>
            <a:p>
              <a:pPr defTabSz="914305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Albany" pitchFamily="18"/>
                <a:ea typeface="Andale Sans UI" pitchFamily="2"/>
                <a:cs typeface="Tahoma" pitchFamily="2"/>
              </a:endParaRPr>
            </a:p>
          </p:txBody>
        </p:sp>
        <p:sp>
          <p:nvSpPr>
            <p:cNvPr id="28" name="Straight Connector 27">
              <a:extLst>
                <a:ext uri="{FF2B5EF4-FFF2-40B4-BE49-F238E27FC236}">
                  <a16:creationId xmlns:a16="http://schemas.microsoft.com/office/drawing/2014/main" id="{A38F28B0-9B8A-45E1-9FF1-0B1BB9C5FD5C}"/>
                </a:ext>
              </a:extLst>
            </p:cNvPr>
            <p:cNvSpPr/>
            <p:nvPr/>
          </p:nvSpPr>
          <p:spPr>
            <a:xfrm>
              <a:off x="5940198" y="2880317"/>
              <a:ext cx="0" cy="1439683"/>
            </a:xfrm>
            <a:prstGeom prst="line">
              <a:avLst/>
            </a:prstGeom>
            <a:noFill/>
            <a:ln w="0">
              <a:solidFill>
                <a:srgbClr val="0047FF"/>
              </a:solidFill>
              <a:prstDash val="solid"/>
            </a:ln>
          </p:spPr>
          <p:txBody>
            <a:bodyPr lIns="90000" tIns="45000" rIns="90000" bIns="45000" anchor="ctr" anchorCtr="1" compatLnSpc="0"/>
            <a:lstStyle/>
            <a:p>
              <a:pPr defTabSz="914305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Albany" pitchFamily="18"/>
                <a:ea typeface="Andale Sans UI" pitchFamily="2"/>
                <a:cs typeface="Tahoma" pitchFamily="2"/>
              </a:endParaRPr>
            </a:p>
          </p:txBody>
        </p:sp>
        <p:sp>
          <p:nvSpPr>
            <p:cNvPr id="29" name="Straight Connector 28">
              <a:extLst>
                <a:ext uri="{FF2B5EF4-FFF2-40B4-BE49-F238E27FC236}">
                  <a16:creationId xmlns:a16="http://schemas.microsoft.com/office/drawing/2014/main" id="{39E3BAB3-18DC-46A7-B3C6-28E67726F7BD}"/>
                </a:ext>
              </a:extLst>
            </p:cNvPr>
            <p:cNvSpPr/>
            <p:nvPr/>
          </p:nvSpPr>
          <p:spPr>
            <a:xfrm>
              <a:off x="7380198" y="2880317"/>
              <a:ext cx="0" cy="1439683"/>
            </a:xfrm>
            <a:prstGeom prst="line">
              <a:avLst/>
            </a:prstGeom>
            <a:noFill/>
            <a:ln w="0">
              <a:solidFill>
                <a:srgbClr val="0047FF"/>
              </a:solidFill>
              <a:prstDash val="solid"/>
            </a:ln>
          </p:spPr>
          <p:txBody>
            <a:bodyPr lIns="90000" tIns="45000" rIns="90000" bIns="45000" anchor="ctr" anchorCtr="1" compatLnSpc="0"/>
            <a:lstStyle/>
            <a:p>
              <a:pPr defTabSz="914305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Albany" pitchFamily="18"/>
                <a:ea typeface="Andale Sans UI" pitchFamily="2"/>
                <a:cs typeface="Tahoma" pitchFamily="2"/>
              </a:endParaRPr>
            </a:p>
          </p:txBody>
        </p:sp>
        <p:sp>
          <p:nvSpPr>
            <p:cNvPr id="30" name="Straight Connector 29">
              <a:extLst>
                <a:ext uri="{FF2B5EF4-FFF2-40B4-BE49-F238E27FC236}">
                  <a16:creationId xmlns:a16="http://schemas.microsoft.com/office/drawing/2014/main" id="{F7606333-542C-4A66-8AEA-F7A4675FD224}"/>
                </a:ext>
              </a:extLst>
            </p:cNvPr>
            <p:cNvSpPr/>
            <p:nvPr/>
          </p:nvSpPr>
          <p:spPr>
            <a:xfrm>
              <a:off x="7920000" y="2880317"/>
              <a:ext cx="0" cy="1439683"/>
            </a:xfrm>
            <a:prstGeom prst="line">
              <a:avLst/>
            </a:prstGeom>
            <a:noFill/>
            <a:ln w="0">
              <a:solidFill>
                <a:srgbClr val="0047FF"/>
              </a:solidFill>
              <a:prstDash val="solid"/>
            </a:ln>
          </p:spPr>
          <p:txBody>
            <a:bodyPr lIns="90000" tIns="45000" rIns="90000" bIns="45000" anchor="ctr" anchorCtr="1" compatLnSpc="0"/>
            <a:lstStyle/>
            <a:p>
              <a:pPr defTabSz="914305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Albany" pitchFamily="18"/>
                <a:ea typeface="Andale Sans UI" pitchFamily="2"/>
                <a:cs typeface="Tahoma" pitchFamily="2"/>
              </a:endParaRPr>
            </a:p>
          </p:txBody>
        </p:sp>
        <p:sp>
          <p:nvSpPr>
            <p:cNvPr id="31" name="Straight Connector 30">
              <a:extLst>
                <a:ext uri="{FF2B5EF4-FFF2-40B4-BE49-F238E27FC236}">
                  <a16:creationId xmlns:a16="http://schemas.microsoft.com/office/drawing/2014/main" id="{DD94213B-30A8-404E-8E0D-491D432CBDEE}"/>
                </a:ext>
              </a:extLst>
            </p:cNvPr>
            <p:cNvSpPr/>
            <p:nvPr/>
          </p:nvSpPr>
          <p:spPr>
            <a:xfrm>
              <a:off x="2160000" y="3780317"/>
              <a:ext cx="53980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tailEnd type="arrow"/>
            </a:ln>
          </p:spPr>
          <p:txBody>
            <a:bodyPr lIns="90000" tIns="45000" rIns="90000" bIns="45000" anchor="ctr" anchorCtr="1" compatLnSpc="0"/>
            <a:lstStyle/>
            <a:p>
              <a:pPr defTabSz="914305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Albany" pitchFamily="18"/>
                <a:ea typeface="Andale Sans UI" pitchFamily="2"/>
                <a:cs typeface="Tahoma" pitchFamily="2"/>
              </a:endParaRPr>
            </a:p>
          </p:txBody>
        </p:sp>
        <p:sp>
          <p:nvSpPr>
            <p:cNvPr id="32" name="Straight Connector 31">
              <a:extLst>
                <a:ext uri="{FF2B5EF4-FFF2-40B4-BE49-F238E27FC236}">
                  <a16:creationId xmlns:a16="http://schemas.microsoft.com/office/drawing/2014/main" id="{B5D95FBB-D878-4760-ABB5-AF621E6E2256}"/>
                </a:ext>
              </a:extLst>
            </p:cNvPr>
            <p:cNvSpPr/>
            <p:nvPr/>
          </p:nvSpPr>
          <p:spPr>
            <a:xfrm>
              <a:off x="2699802" y="3780317"/>
              <a:ext cx="4680397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tailEnd type="arrow"/>
            </a:ln>
          </p:spPr>
          <p:txBody>
            <a:bodyPr lIns="90000" tIns="45000" rIns="90000" bIns="45000" anchor="ctr" anchorCtr="1" compatLnSpc="0"/>
            <a:lstStyle/>
            <a:p>
              <a:pPr defTabSz="914305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Albany" pitchFamily="18"/>
                <a:ea typeface="Andale Sans UI" pitchFamily="2"/>
                <a:cs typeface="Tahoma" pitchFamily="2"/>
              </a:endParaRPr>
            </a:p>
          </p:txBody>
        </p:sp>
        <p:sp>
          <p:nvSpPr>
            <p:cNvPr id="33" name="Straight Connector 32">
              <a:extLst>
                <a:ext uri="{FF2B5EF4-FFF2-40B4-BE49-F238E27FC236}">
                  <a16:creationId xmlns:a16="http://schemas.microsoft.com/office/drawing/2014/main" id="{A4971A70-57F1-4EF7-828A-5F1D97B78AD2}"/>
                </a:ext>
              </a:extLst>
            </p:cNvPr>
            <p:cNvSpPr/>
            <p:nvPr/>
          </p:nvSpPr>
          <p:spPr>
            <a:xfrm>
              <a:off x="7380198" y="3780317"/>
              <a:ext cx="53980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tailEnd type="arrow"/>
            </a:ln>
          </p:spPr>
          <p:txBody>
            <a:bodyPr lIns="90000" tIns="45000" rIns="90000" bIns="45000" anchor="ctr" anchorCtr="1" compatLnSpc="0"/>
            <a:lstStyle/>
            <a:p>
              <a:pPr defTabSz="914305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Albany" pitchFamily="18"/>
                <a:ea typeface="Andale Sans UI" pitchFamily="2"/>
                <a:cs typeface="Tahoma" pitchFamily="2"/>
              </a:endParaRPr>
            </a:p>
          </p:txBody>
        </p:sp>
        <p:sp>
          <p:nvSpPr>
            <p:cNvPr id="34" name="Straight Connector 33">
              <a:extLst>
                <a:ext uri="{FF2B5EF4-FFF2-40B4-BE49-F238E27FC236}">
                  <a16:creationId xmlns:a16="http://schemas.microsoft.com/office/drawing/2014/main" id="{667C7DBC-B02C-46F8-B8E5-8D03D84881A7}"/>
                </a:ext>
              </a:extLst>
            </p:cNvPr>
            <p:cNvSpPr/>
            <p:nvPr/>
          </p:nvSpPr>
          <p:spPr>
            <a:xfrm>
              <a:off x="5940198" y="4140634"/>
              <a:ext cx="1440001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tailEnd type="arrow"/>
            </a:ln>
          </p:spPr>
          <p:txBody>
            <a:bodyPr lIns="90000" tIns="45000" rIns="90000" bIns="45000" anchor="ctr" anchorCtr="1" compatLnSpc="0"/>
            <a:lstStyle/>
            <a:p>
              <a:pPr defTabSz="914305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latin typeface="Albany" pitchFamily="18"/>
                <a:ea typeface="Andale Sans UI" pitchFamily="2"/>
                <a:cs typeface="Tahoma" pitchFamily="2"/>
              </a:endParaRPr>
            </a:p>
          </p:txBody>
        </p:sp>
        <p:sp>
          <p:nvSpPr>
            <p:cNvPr id="35" name="Freeform 18">
              <a:extLst>
                <a:ext uri="{FF2B5EF4-FFF2-40B4-BE49-F238E27FC236}">
                  <a16:creationId xmlns:a16="http://schemas.microsoft.com/office/drawing/2014/main" id="{84E343B8-8FBD-4476-9894-D4A07D02B472}"/>
                </a:ext>
              </a:extLst>
            </p:cNvPr>
            <p:cNvSpPr/>
            <p:nvPr/>
          </p:nvSpPr>
          <p:spPr>
            <a:xfrm>
              <a:off x="2267960" y="3312063"/>
              <a:ext cx="360396" cy="360318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il" t="it" r="ir" b="ib"/>
              <a:pathLst>
                <a:path>
                  <a:moveTo>
                    <a:pt x="l" y="vc"/>
                  </a:moveTo>
                  <a:arcTo wR="wd2" hR="hd2" stAng="cd2" swAng="cd4"/>
                  <a:arcTo wR="wd2" hR="hd2" stAng="3cd4" swAng="cd4"/>
                  <a:arcTo wR="wd2" hR="hd2" stAng="0" swAng="cd4"/>
                  <a:arcTo wR="wd2" hR="hd2" stAng="cd4" swAng="cd4"/>
                  <a:close/>
                </a:path>
              </a:pathLst>
            </a:custGeom>
            <a:solidFill>
              <a:srgbClr val="99CCFF"/>
            </a:solidFill>
            <a:ln w="0">
              <a:solidFill>
                <a:srgbClr val="000000"/>
              </a:solidFill>
              <a:prstDash val="solid"/>
            </a:ln>
          </p:spPr>
          <p:txBody>
            <a:bodyPr lIns="90000" tIns="45000" rIns="90000" bIns="45000" anchor="ctr" anchorCtr="1" compatLnSpc="0"/>
            <a:lstStyle/>
            <a:p>
              <a:pPr algn="ctr" defTabSz="914305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latin typeface="Albany" pitchFamily="18"/>
                  <a:ea typeface="Andale Sans UI" pitchFamily="2"/>
                  <a:cs typeface="Tahoma" pitchFamily="2"/>
                </a:rPr>
                <a:t>1</a:t>
              </a:r>
            </a:p>
          </p:txBody>
        </p:sp>
        <p:sp>
          <p:nvSpPr>
            <p:cNvPr id="36" name="Freeform 19">
              <a:extLst>
                <a:ext uri="{FF2B5EF4-FFF2-40B4-BE49-F238E27FC236}">
                  <a16:creationId xmlns:a16="http://schemas.microsoft.com/office/drawing/2014/main" id="{96F0F3FC-9A70-484D-9C7E-BE8E5FE9D2C5}"/>
                </a:ext>
              </a:extLst>
            </p:cNvPr>
            <p:cNvSpPr/>
            <p:nvPr/>
          </p:nvSpPr>
          <p:spPr>
            <a:xfrm>
              <a:off x="5013009" y="3339048"/>
              <a:ext cx="360397" cy="360317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il" t="it" r="ir" b="ib"/>
              <a:pathLst>
                <a:path>
                  <a:moveTo>
                    <a:pt x="l" y="vc"/>
                  </a:moveTo>
                  <a:arcTo wR="wd2" hR="hd2" stAng="cd2" swAng="cd4"/>
                  <a:arcTo wR="wd2" hR="hd2" stAng="3cd4" swAng="cd4"/>
                  <a:arcTo wR="wd2" hR="hd2" stAng="0" swAng="cd4"/>
                  <a:arcTo wR="wd2" hR="hd2" stAng="cd4" swAng="cd4"/>
                  <a:close/>
                </a:path>
              </a:pathLst>
            </a:custGeom>
            <a:solidFill>
              <a:srgbClr val="99CCFF"/>
            </a:solidFill>
            <a:ln w="0">
              <a:solidFill>
                <a:srgbClr val="000000"/>
              </a:solidFill>
              <a:prstDash val="solid"/>
            </a:ln>
          </p:spPr>
          <p:txBody>
            <a:bodyPr lIns="90000" tIns="45000" rIns="90000" bIns="45000" anchor="ctr" anchorCtr="1" compatLnSpc="0"/>
            <a:lstStyle/>
            <a:p>
              <a:pPr algn="ctr" defTabSz="914305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latin typeface="Albany" pitchFamily="18"/>
                  <a:ea typeface="Andale Sans UI" pitchFamily="2"/>
                  <a:cs typeface="Tahoma" pitchFamily="2"/>
                </a:rPr>
                <a:t>2</a:t>
              </a:r>
            </a:p>
          </p:txBody>
        </p:sp>
        <p:sp>
          <p:nvSpPr>
            <p:cNvPr id="37" name="Freeform 20">
              <a:extLst>
                <a:ext uri="{FF2B5EF4-FFF2-40B4-BE49-F238E27FC236}">
                  <a16:creationId xmlns:a16="http://schemas.microsoft.com/office/drawing/2014/main" id="{19EDD162-EBC7-4AFC-A9C6-EAEA86D39EF8}"/>
                </a:ext>
              </a:extLst>
            </p:cNvPr>
            <p:cNvSpPr/>
            <p:nvPr/>
          </p:nvSpPr>
          <p:spPr>
            <a:xfrm>
              <a:off x="6479999" y="3780317"/>
              <a:ext cx="360397" cy="360317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il" t="it" r="ir" b="ib"/>
              <a:pathLst>
                <a:path>
                  <a:moveTo>
                    <a:pt x="l" y="vc"/>
                  </a:moveTo>
                  <a:arcTo wR="wd2" hR="hd2" stAng="cd2" swAng="cd4"/>
                  <a:arcTo wR="wd2" hR="hd2" stAng="3cd4" swAng="cd4"/>
                  <a:arcTo wR="wd2" hR="hd2" stAng="0" swAng="cd4"/>
                  <a:arcTo wR="wd2" hR="hd2" stAng="cd4" swAng="cd4"/>
                  <a:close/>
                </a:path>
              </a:pathLst>
            </a:custGeom>
            <a:solidFill>
              <a:srgbClr val="99CCFF"/>
            </a:solidFill>
            <a:ln w="0">
              <a:solidFill>
                <a:srgbClr val="000000"/>
              </a:solidFill>
              <a:prstDash val="solid"/>
            </a:ln>
          </p:spPr>
          <p:txBody>
            <a:bodyPr lIns="90000" tIns="45000" rIns="90000" bIns="45000" anchor="ctr" anchorCtr="1" compatLnSpc="0"/>
            <a:lstStyle/>
            <a:p>
              <a:pPr algn="ctr" defTabSz="914305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latin typeface="Albany" pitchFamily="18"/>
                  <a:ea typeface="Andale Sans UI" pitchFamily="2"/>
                  <a:cs typeface="Tahoma" pitchFamily="2"/>
                </a:rPr>
                <a:t>3</a:t>
              </a:r>
            </a:p>
          </p:txBody>
        </p:sp>
        <p:sp>
          <p:nvSpPr>
            <p:cNvPr id="38" name="Freeform 21">
              <a:extLst>
                <a:ext uri="{FF2B5EF4-FFF2-40B4-BE49-F238E27FC236}">
                  <a16:creationId xmlns:a16="http://schemas.microsoft.com/office/drawing/2014/main" id="{2042BB5D-37DF-40CF-9AE4-681EC8B0EDD6}"/>
                </a:ext>
              </a:extLst>
            </p:cNvPr>
            <p:cNvSpPr/>
            <p:nvPr/>
          </p:nvSpPr>
          <p:spPr>
            <a:xfrm>
              <a:off x="7462756" y="3334285"/>
              <a:ext cx="360396" cy="360318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il" t="it" r="ir" b="ib"/>
              <a:pathLst>
                <a:path>
                  <a:moveTo>
                    <a:pt x="l" y="vc"/>
                  </a:moveTo>
                  <a:arcTo wR="wd2" hR="hd2" stAng="cd2" swAng="cd4"/>
                  <a:arcTo wR="wd2" hR="hd2" stAng="3cd4" swAng="cd4"/>
                  <a:arcTo wR="wd2" hR="hd2" stAng="0" swAng="cd4"/>
                  <a:arcTo wR="wd2" hR="hd2" stAng="cd4" swAng="cd4"/>
                  <a:close/>
                </a:path>
              </a:pathLst>
            </a:custGeom>
            <a:solidFill>
              <a:srgbClr val="99CCFF"/>
            </a:solidFill>
            <a:ln w="0">
              <a:solidFill>
                <a:srgbClr val="000000"/>
              </a:solidFill>
              <a:prstDash val="solid"/>
            </a:ln>
          </p:spPr>
          <p:txBody>
            <a:bodyPr lIns="90000" tIns="45000" rIns="90000" bIns="45000" anchor="ctr" anchorCtr="1" compatLnSpc="0"/>
            <a:lstStyle/>
            <a:p>
              <a:pPr algn="ctr" defTabSz="914305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latin typeface="Albany" pitchFamily="18"/>
                  <a:ea typeface="Andale Sans UI" pitchFamily="2"/>
                  <a:cs typeface="Tahoma" pitchFamily="2"/>
                </a:rPr>
                <a:t>4</a:t>
              </a:r>
            </a:p>
          </p:txBody>
        </p:sp>
      </p:grp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MENGISI DATA</a:t>
            </a:r>
          </a:p>
        </p:txBody>
      </p:sp>
      <p:sp>
        <p:nvSpPr>
          <p:cNvPr id="16387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Hakim.</a:t>
            </a:r>
          </a:p>
          <a:p>
            <a:r>
              <a:rPr lang="en-US" dirty="0"/>
              <a:t>Data Peserta.</a:t>
            </a:r>
          </a:p>
          <a:p>
            <a:r>
              <a:rPr lang="en-US" dirty="0"/>
              <a:t>Data Topik.</a:t>
            </a:r>
          </a:p>
          <a:p>
            <a:r>
              <a:rPr lang="en-US" dirty="0"/>
              <a:t>Data Regu, dll.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PENILAIAN</a:t>
            </a:r>
            <a:br>
              <a:rPr lang="en-US" dirty="0"/>
            </a:br>
            <a:r>
              <a:rPr lang="id-ID" dirty="0"/>
              <a:t>PENJURIAN I-III</a:t>
            </a:r>
            <a:endParaRPr lang="en-US" dirty="0"/>
          </a:p>
        </p:txBody>
      </p:sp>
      <p:sp>
        <p:nvSpPr>
          <p:cNvPr id="17411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Memilih Peserta (</a:t>
            </a:r>
            <a:r>
              <a:rPr lang="en-US" b="1" dirty="0"/>
              <a:t>F5</a:t>
            </a:r>
            <a:r>
              <a:rPr lang="en-US" dirty="0"/>
              <a:t>).</a:t>
            </a:r>
          </a:p>
          <a:p>
            <a:r>
              <a:rPr lang="en-US" dirty="0"/>
              <a:t>Memulai (</a:t>
            </a:r>
            <a:r>
              <a:rPr lang="en-US" b="1" dirty="0"/>
              <a:t>F6</a:t>
            </a:r>
            <a:r>
              <a:rPr lang="en-US" dirty="0"/>
              <a:t>), jika menggunakan timer, Pewaktu akan ditampilkan.</a:t>
            </a:r>
          </a:p>
          <a:p>
            <a:r>
              <a:rPr lang="en-US" dirty="0"/>
              <a:t>Hakim memberikan nilai (melalui operator atau keypad).</a:t>
            </a:r>
          </a:p>
          <a:p>
            <a:r>
              <a:rPr lang="en-US" dirty="0"/>
              <a:t>Cetak nilai (</a:t>
            </a:r>
            <a:r>
              <a:rPr lang="en-US" b="1" dirty="0"/>
              <a:t>F7</a:t>
            </a:r>
            <a:r>
              <a:rPr lang="en-US" dirty="0"/>
              <a:t>). Ulangi dari awal sampai semua peserta tampil.</a:t>
            </a:r>
          </a:p>
          <a:p>
            <a:r>
              <a:rPr lang="en-US" dirty="0"/>
              <a:t>Setelah semua peserta tampil, cetak rekap (</a:t>
            </a:r>
            <a:r>
              <a:rPr lang="en-US" b="1" dirty="0"/>
              <a:t>F8</a:t>
            </a:r>
            <a:r>
              <a:rPr lang="en-US" dirty="0"/>
              <a:t>).</a:t>
            </a: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MEMASUKKAN NILAI</a:t>
            </a:r>
          </a:p>
        </p:txBody>
      </p:sp>
      <p:sp>
        <p:nvSpPr>
          <p:cNvPr id="18435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Melalui operator</a:t>
            </a:r>
            <a:r>
              <a:rPr lang="en-US" dirty="0"/>
              <a:t>, operator memasukkan nilai dari blanko penilaian masing-masing hakim.</a:t>
            </a:r>
          </a:p>
          <a:p>
            <a:r>
              <a:rPr lang="en-US" b="1" i="1" dirty="0"/>
              <a:t>Melalui keypad,</a:t>
            </a:r>
            <a:r>
              <a:rPr lang="en-US" dirty="0"/>
              <a:t> hakim memasukkan nilai langsung dari keypad yang disediakan.</a:t>
            </a: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PENILAIAN OVERLAPPING</a:t>
            </a:r>
          </a:p>
        </p:txBody>
      </p:sp>
      <p:sp>
        <p:nvSpPr>
          <p:cNvPr id="19459" name="Tex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Terjadi ketika nilai untuk peserta yang sudah tampil belum sempat dimasukkan, namun peserta selanjutnya sudah mulai dinilai.</a:t>
            </a:r>
          </a:p>
          <a:p>
            <a:r>
              <a:rPr lang="en-US" dirty="0"/>
              <a:t>Dapat dilakukan hanya melalui operator.</a:t>
            </a:r>
          </a:p>
          <a:p>
            <a:r>
              <a:rPr lang="en-US" dirty="0"/>
              <a:t>Setelah beberapa menit peserta tampil, minimize Timer (</a:t>
            </a:r>
            <a:r>
              <a:rPr lang="en-US" b="1" dirty="0"/>
              <a:t>F11</a:t>
            </a:r>
            <a:r>
              <a:rPr lang="en-US" dirty="0"/>
              <a:t>), pilih peserta yang akan dinilai (</a:t>
            </a:r>
            <a:r>
              <a:rPr lang="en-US" b="1" dirty="0"/>
              <a:t>F5</a:t>
            </a:r>
            <a:r>
              <a:rPr lang="en-US" dirty="0"/>
              <a:t>), tekan </a:t>
            </a:r>
            <a:r>
              <a:rPr lang="en-US" b="1" dirty="0"/>
              <a:t>SHIFT+F6</a:t>
            </a:r>
            <a:r>
              <a:rPr lang="en-US" dirty="0"/>
              <a:t> untuk memasukkan nilai, cetak (</a:t>
            </a:r>
            <a:r>
              <a:rPr lang="en-US" b="1" dirty="0"/>
              <a:t>F7</a:t>
            </a:r>
            <a:r>
              <a:rPr lang="en-US" dirty="0"/>
              <a:t>), dan akhiri dengan </a:t>
            </a:r>
            <a:r>
              <a:rPr lang="en-US" b="1" dirty="0"/>
              <a:t>F6</a:t>
            </a:r>
            <a:r>
              <a:rPr lang="en-US" dirty="0"/>
              <a:t> untuk mengembalikan Timer.</a:t>
            </a: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TROUBLESHOOTING</a:t>
            </a:r>
          </a:p>
        </p:txBody>
      </p:sp>
      <p:sp>
        <p:nvSpPr>
          <p:cNvPr id="2048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Jika nilai untuk satu peserta ada kekeliruan sebaiknya diperbaiki pada akhir sesi.</a:t>
            </a:r>
            <a:endParaRPr lang="id-ID" dirty="0"/>
          </a:p>
          <a:p>
            <a:r>
              <a:rPr lang="id-ID" dirty="0"/>
              <a:t>Untuk mengoreksi nilai gunakan </a:t>
            </a:r>
            <a:r>
              <a:rPr lang="id-ID" b="1" dirty="0"/>
              <a:t>F6</a:t>
            </a:r>
            <a:r>
              <a:rPr lang="id-ID" dirty="0"/>
              <a:t> dan jawab Ya pada konfirmasi koreksi nilai.</a:t>
            </a:r>
            <a:endParaRPr lang="en-US" dirty="0"/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SELESAI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BEAD3D1-A5EA-4761-B84E-3B1CBCBDC1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NEXT: </a:t>
            </a:r>
            <a:r>
              <a:rPr lang="en-US" b="1" dirty="0"/>
              <a:t>KUSTOMISASI APLIKASI MUSABAQAH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26544896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4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231</TotalTime>
  <Words>712</Words>
  <Application>Microsoft Office PowerPoint</Application>
  <PresentationFormat>Custom</PresentationFormat>
  <Paragraphs>90</Paragraphs>
  <Slides>25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Albany</vt:lpstr>
      <vt:lpstr>Arial</vt:lpstr>
      <vt:lpstr>Garamond</vt:lpstr>
      <vt:lpstr>StarSymbol</vt:lpstr>
      <vt:lpstr>Thorndale</vt:lpstr>
      <vt:lpstr>Organic</vt:lpstr>
      <vt:lpstr>PANDUAN PENGGUNAAN APLIKASI MUSABAQAH</vt:lpstr>
      <vt:lpstr>PENDAHULUAN</vt:lpstr>
      <vt:lpstr>MENGUNDUH</vt:lpstr>
      <vt:lpstr>APA ITU APLIKASI MUSABAQAH?</vt:lpstr>
      <vt:lpstr>FUNGSI APLIKASI MUSABAQAH</vt:lpstr>
      <vt:lpstr>INTEGRASI SIDIK JARI</vt:lpstr>
      <vt:lpstr>INSTALASI APLIKASI MUSABAQAH</vt:lpstr>
      <vt:lpstr>PESYARATAN SISTEM/KOMPUTER</vt:lpstr>
      <vt:lpstr>INSTALASI APLIKASI</vt:lpstr>
      <vt:lpstr>TAHAPAN DAN ALUR LOMBA</vt:lpstr>
      <vt:lpstr>TAHAPAN</vt:lpstr>
      <vt:lpstr>PENDAFTARAN PESERTA</vt:lpstr>
      <vt:lpstr>PENILAIAN LOMBA</vt:lpstr>
      <vt:lpstr>ALUR PROSES PENILAIAN</vt:lpstr>
      <vt:lpstr>PENILAIAN LOMBA</vt:lpstr>
      <vt:lpstr>LANGKAH-LANGKAH PENILAIAN</vt:lpstr>
      <vt:lpstr>PENGATURAN LOMBA</vt:lpstr>
      <vt:lpstr>TIMER</vt:lpstr>
      <vt:lpstr>DIAGRAM TIMER</vt:lpstr>
      <vt:lpstr>MENGISI DATA</vt:lpstr>
      <vt:lpstr>PENILAIAN PENJURIAN I-III</vt:lpstr>
      <vt:lpstr>MEMASUKKAN NILAI</vt:lpstr>
      <vt:lpstr>PENILAIAN OVERLAPPING</vt:lpstr>
      <vt:lpstr>TROUBLESHOOTING</vt:lpstr>
      <vt:lpstr>SELESAI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Polygon</dc:title>
  <dc:creator>Toha</dc:creator>
  <dc:description>Presentation Layout Template</dc:description>
  <cp:lastModifiedBy>Kessos</cp:lastModifiedBy>
  <cp:revision>106</cp:revision>
  <dcterms:created xsi:type="dcterms:W3CDTF">2010-02-10T07:33:55Z</dcterms:created>
  <dcterms:modified xsi:type="dcterms:W3CDTF">2019-11-21T07:07:04Z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fo 1">
    <vt:lpwstr/>
  </property>
  <property fmtid="{D5CDD505-2E9C-101B-9397-08002B2CF9AE}" pid="3" name="Info 2">
    <vt:lpwstr/>
  </property>
  <property fmtid="{D5CDD505-2E9C-101B-9397-08002B2CF9AE}" pid="4" name="Info 3">
    <vt:lpwstr/>
  </property>
  <property fmtid="{D5CDD505-2E9C-101B-9397-08002B2CF9AE}" pid="5" name="Info 4">
    <vt:lpwstr/>
  </property>
</Properties>
</file>