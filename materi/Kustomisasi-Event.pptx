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4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0" r:id="rId3"/>
    <p:sldId id="261" r:id="rId4"/>
    <p:sldId id="272" r:id="rId5"/>
    <p:sldId id="273" r:id="rId6"/>
    <p:sldId id="274" r:id="rId7"/>
    <p:sldId id="275" r:id="rId8"/>
    <p:sldId id="276" r:id="rId9"/>
    <p:sldId id="277" r:id="rId10"/>
    <p:sldId id="282" r:id="rId11"/>
    <p:sldId id="281" r:id="rId12"/>
  </p:sldIdLst>
  <p:sldSz cx="10080625" cy="7559675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686" y="96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3438" cy="50165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/>
          <a:lstStyle>
            <a:lvl1pPr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8963" y="0"/>
            <a:ext cx="3373437" cy="50165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/>
          <a:lstStyle>
            <a:lvl1pPr algn="r"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/>
          <a:lstStyle>
            <a:lvl1pPr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/>
          <a:lstStyle>
            <a:lvl1pPr algn="r"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fld id="{3A557F03-C029-4DF3-BD0D-570C6BD1C777}" type="slidenum">
              <a:rPr lang="en-US"/>
              <a:pPr>
                <a:defRPr sz="14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74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763588"/>
            <a:ext cx="50292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7" name="Notes Placeholder 2"/>
          <p:cNvSpPr txBox="1">
            <a:spLocks noGrp="1"/>
          </p:cNvSpPr>
          <p:nvPr>
            <p:ph type="body" sz="quarter" idx="3"/>
          </p:nvPr>
        </p:nvSpPr>
        <p:spPr bwMode="auto">
          <a:xfrm>
            <a:off x="777875" y="4776788"/>
            <a:ext cx="62166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3438" cy="503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0" marR="0" lvl="0" indent="0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398963" y="0"/>
            <a:ext cx="3373437" cy="503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0" marR="0" lvl="0" indent="0" algn="r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marL="0" marR="0" lvl="0" indent="0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marL="0" marR="0" lvl="0" indent="0" algn="r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fld id="{8BFF3521-AB9B-403B-80EC-7DD53CFB99D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78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00" indent="-215900" algn="l" rtl="0" eaLnBrk="0" fontAlgn="base" hangingPunct="0">
      <a:spcBef>
        <a:spcPct val="30000"/>
      </a:spcBef>
      <a:spcAft>
        <a:spcPct val="0"/>
      </a:spcAft>
      <a:defRPr lang="en-US" sz="2000">
        <a:solidFill>
          <a:schemeClr val="tx1"/>
        </a:solidFill>
        <a:latin typeface="Albany" pitchFamily="18"/>
        <a:cs typeface="Tahoma" pitchFamily="2"/>
      </a:defRPr>
    </a:lvl1pPr>
    <a:lvl2pPr marL="742950" indent="-28575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2pPr>
    <a:lvl3pPr marL="1143000" indent="-22860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3pPr>
    <a:lvl4pPr marL="1600200" indent="-22860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4pPr>
    <a:lvl5pPr marL="2057400" indent="-22860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5pPr>
    <a:lvl6pPr marL="2285763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16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68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21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253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52755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54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765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146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765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35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765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1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765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64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765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3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0081371" cy="7559675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8799" y="1997244"/>
            <a:ext cx="5852656" cy="1670594"/>
          </a:xfrm>
        </p:spPr>
        <p:txBody>
          <a:bodyPr anchor="b">
            <a:noAutofit/>
          </a:bodyPr>
          <a:lstStyle>
            <a:lvl1pPr algn="ctr">
              <a:defRPr sz="529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8799" y="3966490"/>
            <a:ext cx="5852656" cy="1518605"/>
          </a:xfrm>
        </p:spPr>
        <p:txBody>
          <a:bodyPr anchor="t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6701" y="5571763"/>
            <a:ext cx="742240" cy="307987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8799" y="5571763"/>
            <a:ext cx="4481226" cy="307987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15619" y="5571763"/>
            <a:ext cx="455836" cy="307987"/>
          </a:xfrm>
        </p:spPr>
        <p:txBody>
          <a:bodyPr/>
          <a:lstStyle/>
          <a:p>
            <a:pPr>
              <a:defRPr/>
            </a:pPr>
            <a:fld id="{88E74231-86D9-4622-8A32-3B36A465C8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226717" y="3826497"/>
            <a:ext cx="563681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18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09419" y="2597340"/>
            <a:ext cx="727111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7D359-4F97-44B1-B01C-A28BD4FD28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4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9" y="1809354"/>
            <a:ext cx="7271118" cy="2008984"/>
          </a:xfrm>
        </p:spPr>
        <p:txBody>
          <a:bodyPr anchor="b">
            <a:normAutofit/>
          </a:bodyPr>
          <a:lstStyle>
            <a:lvl1pPr algn="ctr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419" y="4116991"/>
            <a:ext cx="7271118" cy="1201540"/>
          </a:xfrm>
        </p:spPr>
        <p:txBody>
          <a:bodyPr anchor="t">
            <a:normAutofit/>
          </a:bodyPr>
          <a:lstStyle>
            <a:lvl1pPr marL="0" indent="0" algn="ctr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55AC8B-B002-4942-8AA7-AD9B20D3D4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09421" y="3967663"/>
            <a:ext cx="727111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491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09419" y="2597340"/>
            <a:ext cx="727111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1008990"/>
            <a:ext cx="7495132" cy="1437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7413" y="2741642"/>
            <a:ext cx="3679428" cy="37999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0958" y="2741642"/>
            <a:ext cx="3679428" cy="37999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2799E5-3E86-48AE-9BDA-70DD7AADC0F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6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5" y="2930540"/>
            <a:ext cx="3679428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>
                <a:solidFill>
                  <a:schemeClr val="accent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7415" y="3575097"/>
            <a:ext cx="3679428" cy="29835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7297" y="2930540"/>
            <a:ext cx="3679428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>
                <a:solidFill>
                  <a:schemeClr val="accent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7297" y="3575097"/>
            <a:ext cx="3679428" cy="29835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F81D9-786E-4114-B3B8-CB249E01114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09420" y="2595588"/>
            <a:ext cx="727111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95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1008990"/>
            <a:ext cx="7495133" cy="1437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625F75-07B2-423F-8A9A-864B94224F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09420" y="2595588"/>
            <a:ext cx="727111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60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6F7D2-8405-4EEF-9CB8-4486BE4DEA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7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2" y="1530602"/>
            <a:ext cx="2796644" cy="1511935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083" y="1082619"/>
            <a:ext cx="4250464" cy="539443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412" y="3341188"/>
            <a:ext cx="2796644" cy="2687889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DA70D-AB1A-4419-A934-CAC319B84E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09420" y="3210528"/>
            <a:ext cx="25726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60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2" y="2076576"/>
            <a:ext cx="4004250" cy="1511935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974" y="1138617"/>
            <a:ext cx="3229530" cy="52824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413" y="3588511"/>
            <a:ext cx="4004249" cy="2015913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B0DEA-3005-489C-B72A-29D0EB6193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5308103"/>
            <a:ext cx="7495132" cy="624724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1381" y="1138618"/>
            <a:ext cx="7817866" cy="3705177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413" y="5932827"/>
            <a:ext cx="7495132" cy="544226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4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999660"/>
            <a:ext cx="7495132" cy="3414817"/>
          </a:xfrm>
        </p:spPr>
        <p:txBody>
          <a:bodyPr anchor="ctr">
            <a:normAutofit/>
          </a:bodyPr>
          <a:lstStyle>
            <a:lvl1pPr algn="ctr">
              <a:defRPr sz="35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2" y="4713130"/>
            <a:ext cx="7495134" cy="17639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09419" y="4563803"/>
            <a:ext cx="72831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951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010" y="1082619"/>
            <a:ext cx="7055831" cy="2613222"/>
          </a:xfrm>
        </p:spPr>
        <p:txBody>
          <a:bodyPr anchor="ctr">
            <a:normAutofit/>
          </a:bodyPr>
          <a:lstStyle>
            <a:lvl1pPr algn="ctr">
              <a:defRPr sz="35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64109" y="3695841"/>
            <a:ext cx="6496401" cy="718635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4"/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09" y="4787795"/>
            <a:ext cx="7495137" cy="168926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37033" y="997994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7937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5408" y="3117203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 algn="r"/>
            <a:r>
              <a:rPr lang="en-US" sz="7937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09420" y="4563803"/>
            <a:ext cx="727111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77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7" y="3647098"/>
            <a:ext cx="7495125" cy="1619080"/>
          </a:xfrm>
        </p:spPr>
        <p:txBody>
          <a:bodyPr anchor="b">
            <a:normAutofit/>
          </a:bodyPr>
          <a:lstStyle>
            <a:lvl1pPr algn="l">
              <a:defRPr sz="35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5" y="5266178"/>
            <a:ext cx="7495128" cy="948432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21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784" y="1082619"/>
            <a:ext cx="6973058" cy="2473228"/>
          </a:xfrm>
        </p:spPr>
        <p:txBody>
          <a:bodyPr anchor="ctr">
            <a:normAutofit/>
          </a:bodyPr>
          <a:lstStyle>
            <a:lvl1pPr algn="ctr">
              <a:defRPr sz="35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297415" y="4011668"/>
            <a:ext cx="7495128" cy="97771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2" y="4993119"/>
            <a:ext cx="7495134" cy="1483936"/>
          </a:xfrm>
        </p:spPr>
        <p:txBody>
          <a:bodyPr anchor="t">
            <a:normAutofit/>
          </a:bodyPr>
          <a:lstStyle>
            <a:lvl1pPr marL="0" indent="0" algn="l">
              <a:buNone/>
              <a:defRPr sz="1764">
                <a:solidFill>
                  <a:schemeClr val="tx1"/>
                </a:solidFill>
              </a:defRPr>
            </a:lvl1pPr>
            <a:lvl2pPr marL="5039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68001" y="988661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3370" y="2874537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09420" y="3779838"/>
            <a:ext cx="727111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418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2" y="1082618"/>
            <a:ext cx="7495132" cy="25292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7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7415" y="3931031"/>
            <a:ext cx="7495128" cy="99787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3" y="4927789"/>
            <a:ext cx="7495132" cy="1549267"/>
          </a:xfrm>
        </p:spPr>
        <p:txBody>
          <a:bodyPr anchor="t">
            <a:normAutofit/>
          </a:bodyPr>
          <a:lstStyle>
            <a:lvl1pPr marL="0" indent="0" algn="l">
              <a:buNone/>
              <a:defRPr sz="1764">
                <a:solidFill>
                  <a:schemeClr val="tx1"/>
                </a:solidFill>
              </a:defRPr>
            </a:lvl1pPr>
            <a:lvl2pPr marL="5039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09424" y="3779838"/>
            <a:ext cx="728312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139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7412" y="2744913"/>
            <a:ext cx="7495134" cy="373214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AD1F82-846A-4235-94FD-428061C04A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09420" y="2595588"/>
            <a:ext cx="72831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486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7784" y="999660"/>
            <a:ext cx="1784758" cy="5477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7415" y="999660"/>
            <a:ext cx="5419007" cy="54773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A87084-8CC0-4A33-84E4-14346AF42D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885243" y="999660"/>
            <a:ext cx="0" cy="5477395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39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0089959" cy="7559675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7413" y="1008990"/>
            <a:ext cx="7495132" cy="14372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2" y="2744913"/>
            <a:ext cx="7495134" cy="3797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7788" y="6570384"/>
            <a:ext cx="1265902" cy="307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7412" y="6570384"/>
            <a:ext cx="5627541" cy="307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6524" y="6570384"/>
            <a:ext cx="436022" cy="307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0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  <p:sldLayoutId id="2147484555" r:id="rId14"/>
    <p:sldLayoutId id="2147484556" r:id="rId15"/>
    <p:sldLayoutId id="2147484557" r:id="rId16"/>
    <p:sldLayoutId id="2147484558" r:id="rId17"/>
  </p:sldLayoutIdLst>
  <p:txStyles>
    <p:titleStyle>
      <a:lvl1pPr algn="ctr" defTabSz="503972" rtl="0" eaLnBrk="1" latinLnBrk="0" hangingPunct="1">
        <a:spcBef>
          <a:spcPct val="0"/>
        </a:spcBef>
        <a:buNone/>
        <a:defRPr sz="440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982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6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954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925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904" indent="-188989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876" indent="-188989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ohenk@yahoo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755548" y="1930092"/>
            <a:ext cx="8569532" cy="1938992"/>
          </a:xfrm>
        </p:spPr>
        <p:txBody>
          <a:bodyPr>
            <a:spAutoFit/>
          </a:bodyPr>
          <a:lstStyle/>
          <a:p>
            <a:pPr>
              <a:buSzPct val="45000"/>
              <a:buFont typeface="StarSymbol"/>
              <a:buNone/>
            </a:pPr>
            <a:r>
              <a:rPr lang="id-ID" sz="4000" dirty="0"/>
              <a:t>KUSTOMISASI</a:t>
            </a:r>
            <a:br>
              <a:rPr lang="id-ID" sz="4000" dirty="0"/>
            </a:br>
            <a:r>
              <a:rPr lang="en-US" sz="4000" dirty="0"/>
              <a:t>APLIKASI</a:t>
            </a:r>
            <a:br>
              <a:rPr lang="id-ID" sz="4000" dirty="0"/>
            </a:br>
            <a:r>
              <a:rPr lang="en-US" sz="4000" dirty="0"/>
              <a:t>MUSABAQAH</a:t>
            </a:r>
          </a:p>
        </p:txBody>
      </p:sp>
      <p:sp>
        <p:nvSpPr>
          <p:cNvPr id="10243" name="Tex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107950" indent="0" algn="ctr">
              <a:spcBef>
                <a:spcPct val="0"/>
              </a:spcBef>
              <a:spcAft>
                <a:spcPts val="1413"/>
              </a:spcAft>
              <a:buClr>
                <a:srgbClr val="800000"/>
              </a:buClr>
              <a:buSzPct val="45000"/>
              <a:buFont typeface="StarSymbol"/>
              <a:buNone/>
            </a:pP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(c) 201</a:t>
            </a:r>
            <a:r>
              <a:rPr lang="en-ID" sz="2000" dirty="0">
                <a:latin typeface="Albany"/>
                <a:ea typeface="Andale Sans UI"/>
                <a:cs typeface="Tahoma" pitchFamily="34" charset="0"/>
              </a:rPr>
              <a:t>9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 </a:t>
            </a:r>
            <a:r>
              <a:rPr lang="en-US" sz="2000" dirty="0">
                <a:latin typeface="Albany"/>
                <a:ea typeface="Andale Sans UI"/>
                <a:cs typeface="Tahoma" pitchFamily="34" charset="0"/>
              </a:rPr>
              <a:t>Toha 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&lt;</a:t>
            </a:r>
            <a:r>
              <a:rPr lang="en-US" sz="2000" dirty="0">
                <a:latin typeface="Albany"/>
                <a:ea typeface="Andale Sans UI"/>
                <a:cs typeface="Tahoma" pitchFamily="34" charset="0"/>
                <a:hlinkClick r:id="rId3"/>
              </a:rPr>
              <a:t>tohenk@yahoo.com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&gt;</a:t>
            </a:r>
          </a:p>
          <a:p>
            <a:pPr marL="107950" indent="0" algn="ctr">
              <a:spcBef>
                <a:spcPct val="0"/>
              </a:spcBef>
              <a:spcAft>
                <a:spcPts val="1413"/>
              </a:spcAft>
              <a:buClr>
                <a:srgbClr val="800000"/>
              </a:buClr>
              <a:buSzPct val="45000"/>
              <a:buFont typeface="StarSymbol"/>
              <a:buNone/>
            </a:pPr>
            <a:r>
              <a:rPr lang="id-ID" sz="2000" dirty="0">
                <a:latin typeface="Albany"/>
                <a:ea typeface="Andale Sans UI"/>
                <a:cs typeface="Tahoma" pitchFamily="34" charset="0"/>
                <a:sym typeface="Wingdings" panose="05000000000000000000" pitchFamily="2" charset="2"/>
              </a:rPr>
              <a:t> 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08123090095</a:t>
            </a:r>
            <a:endParaRPr lang="en-US" sz="2000" dirty="0">
              <a:latin typeface="Albany"/>
              <a:ea typeface="Andale Sans UI"/>
              <a:cs typeface="Tahoma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C7CA33-75D8-41A1-9A1C-3109AC42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LATAR BELAKANG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7FEC6A-43D7-4FB9-8B01-A8B02C448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Aplikasi Musabaqah dibangun dengan prinsip untuk mudah disesuaikan/kustom, sehingga hampir tidak ada pengaturan yang terkunci.</a:t>
            </a:r>
            <a:endParaRPr lang="id-ID" dirty="0"/>
          </a:p>
          <a:p>
            <a:r>
              <a:rPr lang="id-ID" dirty="0"/>
              <a:t>Langkah-langkah berikut ini ditujukan untuk mempersiapkan installer Aplikasi Musabaqah sehingga bisa digunakan pada acara yang diinginkan.</a:t>
            </a:r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808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FOLDER AKTUAL INSTALLER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4CE131-9CD0-4D61-8781-8ADE4CECD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7075" y="3171825"/>
            <a:ext cx="6096000" cy="2943225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FOLDER/FILE SPESIAL INSTALLER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i="1" dirty="0"/>
              <a:t>Data</a:t>
            </a:r>
            <a:r>
              <a:rPr lang="id-ID" dirty="0"/>
              <a:t>, jika terdapat file pada folder ini maka installer akan mengunakan file-file tersebut sebagai data aplikasi.</a:t>
            </a:r>
          </a:p>
          <a:p>
            <a:r>
              <a:rPr lang="id-ID" i="1" dirty="0"/>
              <a:t>Event</a:t>
            </a:r>
            <a:r>
              <a:rPr lang="id-ID" dirty="0"/>
              <a:t>, folder ini berisi </a:t>
            </a:r>
            <a:r>
              <a:rPr lang="en-US" dirty="0"/>
              <a:t>acara-acara</a:t>
            </a:r>
            <a:r>
              <a:rPr lang="id-ID" dirty="0"/>
              <a:t> yang dapat dipilih pada saat proses instalasi.</a:t>
            </a:r>
          </a:p>
          <a:p>
            <a:r>
              <a:rPr lang="id-ID" i="1" dirty="0"/>
              <a:t>Templates</a:t>
            </a:r>
            <a:r>
              <a:rPr lang="id-ID" dirty="0"/>
              <a:t>, folder ini dapat digunakan untuk mengkustomisasi cabang-cabang lomba beserta parameter-parameternya. Jika pada folder ini tidak berisi apapun, templates dapat disalin dari </a:t>
            </a:r>
            <a:r>
              <a:rPr lang="id-ID" b="1" dirty="0"/>
              <a:t>C:\ProgramData\Musabaqah\Templates</a:t>
            </a:r>
            <a:r>
              <a:rPr lang="id-ID" dirty="0"/>
              <a:t> setelah aplikasi terpasang.</a:t>
            </a:r>
          </a:p>
          <a:p>
            <a:r>
              <a:rPr lang="id-ID" i="1" dirty="0"/>
              <a:t>Server.xml</a:t>
            </a:r>
            <a:r>
              <a:rPr lang="id-ID" dirty="0"/>
              <a:t>, </a:t>
            </a:r>
            <a:r>
              <a:rPr lang="id-ID" i="1" dirty="0"/>
              <a:t>ServerID.xml</a:t>
            </a:r>
            <a:r>
              <a:rPr lang="id-ID" dirty="0"/>
              <a:t>, </a:t>
            </a:r>
            <a:r>
              <a:rPr lang="id-ID" i="1" dirty="0"/>
              <a:t>ServerMC.xml</a:t>
            </a:r>
            <a:r>
              <a:rPr lang="id-ID" dirty="0"/>
              <a:t> merupakan konfigurasi database aplikasi.</a:t>
            </a:r>
          </a:p>
        </p:txBody>
      </p:sp>
    </p:spTree>
    <p:extLst>
      <p:ext uri="{BB962C8B-B14F-4D97-AF65-F5344CB8AC3E}">
        <p14:creationId xmlns:p14="http://schemas.microsoft.com/office/powerpoint/2010/main" val="333845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TEMPLATE APLIKASI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8B4301-4CEE-450A-A305-8FA63120A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6261" y="2915741"/>
            <a:ext cx="5968101" cy="2961184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0864187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TEMPLATE MANIFEST.XML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922750-B4A9-435B-9D33-896E58648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8369" y="2744788"/>
            <a:ext cx="7353412" cy="379730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409751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EVENT LOMBA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107A12-1418-47CF-AD44-61E827FDC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3968" y="2869897"/>
            <a:ext cx="5936308" cy="3680788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8512184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EVENT XML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27" y="2527076"/>
            <a:ext cx="7492365" cy="3869055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905135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KONFIGURASI EVENT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i="1" dirty="0"/>
              <a:t>CONFIG</a:t>
            </a:r>
            <a:r>
              <a:rPr lang="id-ID" dirty="0"/>
              <a:t>, mengatur konfigurasi aplikasi.</a:t>
            </a:r>
          </a:p>
          <a:p>
            <a:r>
              <a:rPr lang="id-ID" i="1" dirty="0"/>
              <a:t>EVENT</a:t>
            </a:r>
            <a:r>
              <a:rPr lang="id-ID" dirty="0"/>
              <a:t>, data aktual event.</a:t>
            </a:r>
          </a:p>
          <a:p>
            <a:r>
              <a:rPr lang="id-ID" i="1" dirty="0"/>
              <a:t>TEMPLATE</a:t>
            </a:r>
            <a:r>
              <a:rPr lang="id-ID" dirty="0"/>
              <a:t>, template yang digunakan untuk event tersebut (mengacu pada nama folder template aplikasi).</a:t>
            </a:r>
          </a:p>
          <a:p>
            <a:r>
              <a:rPr lang="id-ID" i="1" dirty="0"/>
              <a:t>KAFILAH</a:t>
            </a:r>
            <a:r>
              <a:rPr lang="id-ID" dirty="0"/>
              <a:t>, daftar nama kafilah peserta pada event tersebut.</a:t>
            </a:r>
          </a:p>
          <a:p>
            <a:r>
              <a:rPr lang="id-ID" i="1" dirty="0"/>
              <a:t>LOGO</a:t>
            </a:r>
            <a:r>
              <a:rPr lang="id-ID" dirty="0"/>
              <a:t>, logo dan gambar yang digunakan pada event yang meliputi splash, event, dan penyelenggara.</a:t>
            </a:r>
          </a:p>
        </p:txBody>
      </p:sp>
    </p:spTree>
    <p:extLst>
      <p:ext uri="{BB962C8B-B14F-4D97-AF65-F5344CB8AC3E}">
        <p14:creationId xmlns:p14="http://schemas.microsoft.com/office/powerpoint/2010/main" val="326816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A21C-22A3-4EA2-9FBD-5F4F5FC8C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DATA PESERTA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FFB74-A207-4B8B-93BB-C0301546F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Pada folder </a:t>
            </a:r>
            <a:r>
              <a:rPr lang="id-ID" i="1" dirty="0"/>
              <a:t>Peoples</a:t>
            </a:r>
            <a:r>
              <a:rPr lang="id-ID" dirty="0"/>
              <a:t>, terdapat file data peserta dengan format Excel yang dapat diimpor ke aplikasi setelah disimpan menjadi CSV.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009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15EB6-6D76-48C4-85C4-6D68BF31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SELESAI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5C449-01B0-4408-B8C7-D828FEEFC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5751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229</TotalTime>
  <Words>243</Words>
  <Application>Microsoft Office PowerPoint</Application>
  <PresentationFormat>Custom</PresentationFormat>
  <Paragraphs>25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Albany</vt:lpstr>
      <vt:lpstr>Arial</vt:lpstr>
      <vt:lpstr>Garamond</vt:lpstr>
      <vt:lpstr>StarSymbol</vt:lpstr>
      <vt:lpstr>Thorndale</vt:lpstr>
      <vt:lpstr>Organic</vt:lpstr>
      <vt:lpstr>KUSTOMISASI APLIKASI MUSABAQAH</vt:lpstr>
      <vt:lpstr>LATAR BELAKANG</vt:lpstr>
      <vt:lpstr>FOLDER AKTUAL INSTALLER</vt:lpstr>
      <vt:lpstr>FOLDER/FILE SPESIAL INSTALLER</vt:lpstr>
      <vt:lpstr>TEMPLATE APLIKASI</vt:lpstr>
      <vt:lpstr>TEMPLATE MANIFEST.XML</vt:lpstr>
      <vt:lpstr>EVENT LOMBA</vt:lpstr>
      <vt:lpstr>EVENT XML</vt:lpstr>
      <vt:lpstr>KONFIGURASI EVENT XML</vt:lpstr>
      <vt:lpstr>DATA PESERTA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Polygon</dc:title>
  <dc:creator>Toha</dc:creator>
  <dc:description>Presentation Layout Template</dc:description>
  <cp:lastModifiedBy>Kessos</cp:lastModifiedBy>
  <cp:revision>66</cp:revision>
  <dcterms:created xsi:type="dcterms:W3CDTF">2010-02-10T07:33:55Z</dcterms:created>
  <dcterms:modified xsi:type="dcterms:W3CDTF">2019-11-21T07:38:34Z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