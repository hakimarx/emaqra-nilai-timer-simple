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5814" r:id="rId1"/>
  </p:sldMasterIdLst>
  <p:notesMasterIdLst>
    <p:notesMasterId r:id="rId31"/>
  </p:notesMasterIdLst>
  <p:handoutMasterIdLst>
    <p:handoutMasterId r:id="rId32"/>
  </p:handoutMasterIdLst>
  <p:sldIdLst>
    <p:sldId id="256" r:id="rId2"/>
    <p:sldId id="287" r:id="rId3"/>
    <p:sldId id="257" r:id="rId4"/>
    <p:sldId id="286" r:id="rId5"/>
    <p:sldId id="258" r:id="rId6"/>
    <p:sldId id="263" r:id="rId7"/>
    <p:sldId id="259" r:id="rId8"/>
    <p:sldId id="260" r:id="rId9"/>
    <p:sldId id="261" r:id="rId10"/>
    <p:sldId id="262" r:id="rId11"/>
    <p:sldId id="264" r:id="rId12"/>
    <p:sldId id="265" r:id="rId13"/>
    <p:sldId id="282" r:id="rId14"/>
    <p:sldId id="266" r:id="rId15"/>
    <p:sldId id="267" r:id="rId16"/>
    <p:sldId id="280" r:id="rId17"/>
    <p:sldId id="281" r:id="rId18"/>
    <p:sldId id="272" r:id="rId19"/>
    <p:sldId id="274" r:id="rId20"/>
    <p:sldId id="275" r:id="rId21"/>
    <p:sldId id="285" r:id="rId22"/>
    <p:sldId id="271" r:id="rId23"/>
    <p:sldId id="273" r:id="rId24"/>
    <p:sldId id="283" r:id="rId25"/>
    <p:sldId id="268" r:id="rId26"/>
    <p:sldId id="284" r:id="rId27"/>
    <p:sldId id="269" r:id="rId28"/>
    <p:sldId id="270" r:id="rId29"/>
    <p:sldId id="279" r:id="rId30"/>
  </p:sldIdLst>
  <p:sldSz cx="9144000" cy="6858000" type="screen4x3"/>
  <p:notesSz cx="7105650" cy="11220450"/>
  <p:defaultTextStyle>
    <a:defPPr>
      <a:defRPr lang="id-ID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>
        <p:scale>
          <a:sx n="69" d="100"/>
          <a:sy n="69" d="100"/>
        </p:scale>
        <p:origin x="1356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9750" cy="5619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d-ID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024313" y="0"/>
            <a:ext cx="3079750" cy="5619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40AD120-1240-48B4-A431-344374306A2D}" type="datetimeFigureOut">
              <a:rPr lang="id-ID" smtClean="0"/>
              <a:t>22/11/2019</a:t>
            </a:fld>
            <a:endParaRPr lang="id-ID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10658475"/>
            <a:ext cx="3079750" cy="5619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d-ID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024313" y="10658475"/>
            <a:ext cx="3079750" cy="5619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7DDD578-E991-4B5A-9384-FB18CF12542B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4102161119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9750" cy="5619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d-ID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4313" y="0"/>
            <a:ext cx="3079750" cy="5619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AFE46C3-B0AC-4297-BFB5-7A94A144BBB2}" type="datetimeFigureOut">
              <a:rPr lang="id-ID" smtClean="0"/>
              <a:t>22/11/2019</a:t>
            </a:fld>
            <a:endParaRPr lang="id-ID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028700" y="1403350"/>
            <a:ext cx="5048250" cy="37861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d-ID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11200" y="5399088"/>
            <a:ext cx="5683250" cy="44196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0658475"/>
            <a:ext cx="3079750" cy="5619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d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4313" y="10658475"/>
            <a:ext cx="3079750" cy="5619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FAE52C4-678E-4F53-87F0-25E122B61D3B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2895221590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FAE52C4-678E-4F53-87F0-25E122B61D3B}" type="slidenum">
              <a:rPr lang="id-ID" smtClean="0"/>
              <a:t>1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363956593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FAE52C4-678E-4F53-87F0-25E122B61D3B}" type="slidenum">
              <a:rPr lang="id-ID" smtClean="0"/>
              <a:t>3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101080732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FAE52C4-678E-4F53-87F0-25E122B61D3B}" type="slidenum">
              <a:rPr lang="id-ID" smtClean="0"/>
              <a:t>4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307638939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FAE52C4-678E-4F53-87F0-25E122B61D3B}" type="slidenum">
              <a:rPr lang="id-ID" smtClean="0"/>
              <a:t>5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143424890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FAE52C4-678E-4F53-87F0-25E122B61D3B}" type="slidenum">
              <a:rPr lang="id-ID" smtClean="0"/>
              <a:t>6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84323771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FAE52C4-678E-4F53-87F0-25E122B61D3B}" type="slidenum">
              <a:rPr lang="id-ID" smtClean="0"/>
              <a:t>7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111165681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FAE52C4-678E-4F53-87F0-25E122B61D3B}" type="slidenum">
              <a:rPr lang="id-ID" smtClean="0"/>
              <a:t>8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192805630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FAE52C4-678E-4F53-87F0-25E122B61D3B}" type="slidenum">
              <a:rPr lang="id-ID" smtClean="0"/>
              <a:t>9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367237624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FAE52C4-678E-4F53-87F0-25E122B61D3B}" type="slidenum">
              <a:rPr lang="id-ID" smtClean="0"/>
              <a:t>10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20987476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FAE52C4-678E-4F53-87F0-25E122B61D3B}" type="slidenum">
              <a:rPr lang="id-ID" smtClean="0"/>
              <a:t>11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208833204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FAE52C4-678E-4F53-87F0-25E122B61D3B}" type="slidenum">
              <a:rPr lang="id-ID" smtClean="0"/>
              <a:t>12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416590643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FAE52C4-678E-4F53-87F0-25E122B61D3B}" type="slidenum">
              <a:rPr lang="id-ID" smtClean="0"/>
              <a:t>13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315179689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FAE52C4-678E-4F53-87F0-25E122B61D3B}" type="slidenum">
              <a:rPr lang="id-ID" smtClean="0"/>
              <a:t>14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11937028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FAE52C4-678E-4F53-87F0-25E122B61D3B}" type="slidenum">
              <a:rPr lang="id-ID" smtClean="0"/>
              <a:t>15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206487424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FAE52C4-678E-4F53-87F0-25E122B61D3B}" type="slidenum">
              <a:rPr lang="id-ID" smtClean="0"/>
              <a:t>16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271609637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FAE52C4-678E-4F53-87F0-25E122B61D3B}" type="slidenum">
              <a:rPr lang="id-ID" smtClean="0"/>
              <a:t>17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12710211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FAE52C4-678E-4F53-87F0-25E122B61D3B}" type="slidenum">
              <a:rPr lang="id-ID" smtClean="0"/>
              <a:t>18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196403512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FAE52C4-678E-4F53-87F0-25E122B61D3B}" type="slidenum">
              <a:rPr lang="id-ID" smtClean="0"/>
              <a:t>19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15133518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FAE52C4-678E-4F53-87F0-25E122B61D3B}" type="slidenum">
              <a:rPr lang="id-ID" smtClean="0"/>
              <a:t>20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69624390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FAE52C4-678E-4F53-87F0-25E122B61D3B}" type="slidenum">
              <a:rPr lang="id-ID" smtClean="0"/>
              <a:t>21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384512173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FAE52C4-678E-4F53-87F0-25E122B61D3B}" type="slidenum">
              <a:rPr lang="id-ID" smtClean="0"/>
              <a:t>22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155295608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FAE52C4-678E-4F53-87F0-25E122B61D3B}" type="slidenum">
              <a:rPr lang="id-ID" smtClean="0"/>
              <a:t>23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293890963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FAE52C4-678E-4F53-87F0-25E122B61D3B}" type="slidenum">
              <a:rPr lang="id-ID" smtClean="0"/>
              <a:t>24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3375186597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FAE52C4-678E-4F53-87F0-25E122B61D3B}" type="slidenum">
              <a:rPr lang="id-ID" smtClean="0"/>
              <a:t>25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3422774323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FAE52C4-678E-4F53-87F0-25E122B61D3B}" type="slidenum">
              <a:rPr lang="id-ID" smtClean="0"/>
              <a:t>26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1681248248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FAE52C4-678E-4F53-87F0-25E122B61D3B}" type="slidenum">
              <a:rPr lang="id-ID" smtClean="0"/>
              <a:t>27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3689741962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FAE52C4-678E-4F53-87F0-25E122B61D3B}" type="slidenum">
              <a:rPr lang="id-ID" smtClean="0"/>
              <a:t>28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209587192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690626" y="1346947"/>
            <a:ext cx="7667244" cy="80683"/>
          </a:xfrm>
          <a:prstGeom prst="rect">
            <a:avLst/>
          </a:prstGeom>
          <a:blipFill dpi="0" rotWithShape="1">
            <a:blip r:embed="rId2">
              <a:alphaModFix amt="8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690626" y="4282763"/>
            <a:ext cx="7667244" cy="80683"/>
          </a:xfrm>
          <a:prstGeom prst="rect">
            <a:avLst/>
          </a:prstGeom>
          <a:blipFill dpi="0" rotWithShape="1">
            <a:blip r:embed="rId2">
              <a:alphaModFix amt="8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690626" y="1484779"/>
            <a:ext cx="7667244" cy="2743200"/>
          </a:xfrm>
          <a:prstGeom prst="rect">
            <a:avLst/>
          </a:prstGeom>
          <a:blipFill dpi="0" rotWithShape="1">
            <a:blip r:embed="rId2">
              <a:alphaModFix amt="8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10" name="Group 9"/>
          <p:cNvGrpSpPr>
            <a:grpSpLocks noChangeAspect="1"/>
          </p:cNvGrpSpPr>
          <p:nvPr/>
        </p:nvGrpSpPr>
        <p:grpSpPr>
          <a:xfrm>
            <a:off x="7234780" y="4107023"/>
            <a:ext cx="914400" cy="914400"/>
            <a:chOff x="9685338" y="4460675"/>
            <a:chExt cx="1080904" cy="1080902"/>
          </a:xfrm>
        </p:grpSpPr>
        <p:sp>
          <p:nvSpPr>
            <p:cNvPr id="11" name="Oval 10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2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2" name="Oval 11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88670" y="1432223"/>
            <a:ext cx="7475220" cy="3035808"/>
          </a:xfrm>
        </p:spPr>
        <p:txBody>
          <a:bodyPr anchor="ctr">
            <a:noAutofit/>
          </a:bodyPr>
          <a:lstStyle>
            <a:lvl1pPr algn="l">
              <a:lnSpc>
                <a:spcPct val="85000"/>
              </a:lnSpc>
              <a:defRPr sz="6600" b="1" cap="none" baseline="0">
                <a:blipFill dpi="0" rotWithShape="1">
                  <a:blip r:embed="rId4"/>
                  <a:srcRect/>
                  <a:tile tx="6350" ty="-127000" sx="65000" sy="64000" flip="none" algn="tl"/>
                </a:blip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02386" y="4389120"/>
            <a:ext cx="5918454" cy="1069848"/>
          </a:xfrm>
        </p:spPr>
        <p:txBody>
          <a:bodyPr>
            <a:normAutofit/>
          </a:bodyPr>
          <a:lstStyle>
            <a:lvl1pPr marL="0" indent="0" algn="l">
              <a:buNone/>
              <a:defRPr sz="1800" b="1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BC626C-FA0D-40DC-A1ED-56DBABF55F9C}" type="datetime1">
              <a:rPr lang="id-ID" smtClean="0"/>
              <a:t>22/11/2019</a:t>
            </a:fld>
            <a:endParaRPr lang="id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244280" y="4227195"/>
            <a:ext cx="895401" cy="640080"/>
          </a:xfrm>
        </p:spPr>
        <p:txBody>
          <a:bodyPr/>
          <a:lstStyle>
            <a:lvl1pPr>
              <a:defRPr sz="2800" b="1"/>
            </a:lvl1pPr>
          </a:lstStyle>
          <a:p>
            <a:fld id="{6B072DDB-FD21-489B-AE1B-7D6A6B15CAE2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37510254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953276-4519-4870-9FEA-50A446EB6807}" type="datetime1">
              <a:rPr lang="id-ID" smtClean="0"/>
              <a:t>22/11/2019</a:t>
            </a:fld>
            <a:endParaRPr lang="id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B8784E-B1D1-405A-BF71-B5DA492D7C84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41787506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4917989"/>
            <a:ext cx="9144000" cy="1940010"/>
          </a:xfrm>
          <a:prstGeom prst="rect">
            <a:avLst/>
          </a:prstGeom>
          <a:blipFill dpi="0" rotWithShape="1">
            <a:blip r:embed="rId2">
              <a:alphaModFix amt="8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25346" y="1225296"/>
            <a:ext cx="6960870" cy="3520440"/>
          </a:xfrm>
        </p:spPr>
        <p:txBody>
          <a:bodyPr anchor="ctr">
            <a:normAutofit/>
          </a:bodyPr>
          <a:lstStyle>
            <a:lvl1pPr>
              <a:lnSpc>
                <a:spcPct val="85000"/>
              </a:lnSpc>
              <a:defRPr sz="66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24330" y="5020056"/>
            <a:ext cx="6789420" cy="1066800"/>
          </a:xfrm>
        </p:spPr>
        <p:txBody>
          <a:bodyPr anchor="t">
            <a:normAutofit/>
          </a:bodyPr>
          <a:lstStyle>
            <a:lvl1pPr marL="0" indent="0">
              <a:buNone/>
              <a:defRPr sz="1800" b="1">
                <a:solidFill>
                  <a:schemeClr val="accent2">
                    <a:lumMod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445251" y="6272785"/>
            <a:ext cx="1983232" cy="365125"/>
          </a:xfrm>
        </p:spPr>
        <p:txBody>
          <a:bodyPr/>
          <a:lstStyle/>
          <a:p>
            <a:fld id="{2CB8A901-8B8E-42BF-9A6E-DB08A5F5633F}" type="datetime1">
              <a:rPr lang="id-ID" smtClean="0"/>
              <a:t>22/11/2019</a:t>
            </a:fld>
            <a:endParaRPr lang="id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637031" y="6272785"/>
            <a:ext cx="4745736" cy="365125"/>
          </a:xfrm>
        </p:spPr>
        <p:txBody>
          <a:bodyPr/>
          <a:lstStyle/>
          <a:p>
            <a:endParaRPr lang="id-ID"/>
          </a:p>
        </p:txBody>
      </p:sp>
      <p:grpSp>
        <p:nvGrpSpPr>
          <p:cNvPr id="8" name="Group 7"/>
          <p:cNvGrpSpPr>
            <a:grpSpLocks noChangeAspect="1"/>
          </p:cNvGrpSpPr>
          <p:nvPr/>
        </p:nvGrpSpPr>
        <p:grpSpPr>
          <a:xfrm>
            <a:off x="633862" y="2430623"/>
            <a:ext cx="914400" cy="914400"/>
            <a:chOff x="9685338" y="4460675"/>
            <a:chExt cx="1080904" cy="1080902"/>
          </a:xfrm>
        </p:grpSpPr>
        <p:sp>
          <p:nvSpPr>
            <p:cNvPr id="9" name="Oval 8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2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450" y="2508607"/>
            <a:ext cx="891224" cy="720332"/>
          </a:xfrm>
        </p:spPr>
        <p:txBody>
          <a:bodyPr/>
          <a:lstStyle>
            <a:lvl1pPr>
              <a:defRPr sz="2800"/>
            </a:lvl1pPr>
          </a:lstStyle>
          <a:p>
            <a:fld id="{C2B8784E-B1D1-405A-BF71-B5DA492D7C84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37271874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2194560"/>
            <a:ext cx="365760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92218" y="2194560"/>
            <a:ext cx="365760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9689A9-2357-48F7-AD5B-8F454059D68F}" type="datetime1">
              <a:rPr lang="id-ID" smtClean="0"/>
              <a:t>22/11/2019</a:t>
            </a:fld>
            <a:endParaRPr lang="id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B8784E-B1D1-405A-BF71-B5DA492D7C84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756255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048256"/>
            <a:ext cx="365760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0" y="2743200"/>
            <a:ext cx="365760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20793" y="2048256"/>
            <a:ext cx="365760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820793" y="2743200"/>
            <a:ext cx="365760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F6A001-BA5D-4E26-A212-5FE78C758C17}" type="datetime1">
              <a:rPr lang="id-ID" smtClean="0"/>
              <a:t>22/11/2019</a:t>
            </a:fld>
            <a:endParaRPr lang="id-ID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B8784E-B1D1-405A-BF71-B5DA492D7C84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11292643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6F88F5-D778-4F5B-BAF4-A85A78A95AAE}" type="datetime1">
              <a:rPr lang="id-ID" smtClean="0"/>
              <a:t>22/11/2019</a:t>
            </a:fld>
            <a:endParaRPr lang="id-ID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B8784E-B1D1-405A-BF71-B5DA492D7C84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15560281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E4F094-0FBC-4ABC-800F-7F1CF9679685}" type="datetime1">
              <a:rPr lang="id-ID" smtClean="0"/>
              <a:t>22/11/2019</a:t>
            </a:fld>
            <a:endParaRPr lang="id-ID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B8784E-B1D1-405A-BF71-B5DA492D7C84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32565940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6227806" y="1"/>
            <a:ext cx="2916194" cy="6857999"/>
          </a:xfrm>
          <a:prstGeom prst="rect">
            <a:avLst/>
          </a:prstGeom>
          <a:blipFill dpi="0" rotWithShape="1">
            <a:blip r:embed="rId2">
              <a:alphaModFix amt="8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12230" y="685800"/>
            <a:ext cx="2400300" cy="1737360"/>
          </a:xfrm>
        </p:spPr>
        <p:txBody>
          <a:bodyPr anchor="b">
            <a:normAutofit/>
          </a:bodyPr>
          <a:lstStyle>
            <a:lvl1pPr>
              <a:defRPr sz="28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685800"/>
            <a:ext cx="5033772" cy="5020056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12230" y="2423160"/>
            <a:ext cx="24003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350">
                <a:solidFill>
                  <a:schemeClr val="accent2">
                    <a:lumMod val="5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59825E-C610-4356-BC13-685A2BBB1AC1}" type="datetime1">
              <a:rPr lang="id-ID" smtClean="0"/>
              <a:t>22/11/2019</a:t>
            </a:fld>
            <a:endParaRPr lang="id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grpSp>
        <p:nvGrpSpPr>
          <p:cNvPr id="12" name="Group 11"/>
          <p:cNvGrpSpPr/>
          <p:nvPr/>
        </p:nvGrpSpPr>
        <p:grpSpPr>
          <a:xfrm>
            <a:off x="8522664" y="6255258"/>
            <a:ext cx="393192" cy="393192"/>
            <a:chOff x="8532189" y="5068824"/>
            <a:chExt cx="393192" cy="393192"/>
          </a:xfrm>
        </p:grpSpPr>
        <p:sp>
          <p:nvSpPr>
            <p:cNvPr id="13" name="Oval 12"/>
            <p:cNvSpPr>
              <a:spLocks noChangeAspect="1"/>
            </p:cNvSpPr>
            <p:nvPr/>
          </p:nvSpPr>
          <p:spPr>
            <a:xfrm>
              <a:off x="8532189" y="5068824"/>
              <a:ext cx="393192" cy="393192"/>
            </a:xfrm>
            <a:prstGeom prst="ellipse">
              <a:avLst/>
            </a:prstGeom>
            <a:blipFill dpi="0" rotWithShape="1">
              <a:blip r:embed="rId4">
                <a:duotone>
                  <a:schemeClr val="accent2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4" name="Oval 13"/>
            <p:cNvSpPr>
              <a:spLocks noChangeAspect="1"/>
            </p:cNvSpPr>
            <p:nvPr/>
          </p:nvSpPr>
          <p:spPr>
            <a:xfrm>
              <a:off x="8568766" y="5105400"/>
              <a:ext cx="320039" cy="320040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B8784E-B1D1-405A-BF71-B5DA492D7C84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29946913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6227806" y="1"/>
            <a:ext cx="2916194" cy="6857999"/>
          </a:xfrm>
          <a:prstGeom prst="rect">
            <a:avLst/>
          </a:prstGeom>
          <a:blipFill dpi="0" rotWithShape="1">
            <a:blip r:embed="rId2">
              <a:alphaModFix amt="8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12230" y="685800"/>
            <a:ext cx="2400300" cy="1737360"/>
          </a:xfrm>
        </p:spPr>
        <p:txBody>
          <a:bodyPr anchor="b">
            <a:normAutofit/>
          </a:bodyPr>
          <a:lstStyle>
            <a:lvl1pPr>
              <a:defRPr sz="28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6227805" cy="6858000"/>
          </a:xfrm>
          <a:solidFill>
            <a:schemeClr val="tx2">
              <a:lumMod val="20000"/>
              <a:lumOff val="80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12230" y="2423160"/>
            <a:ext cx="24003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350">
                <a:solidFill>
                  <a:schemeClr val="accent2">
                    <a:lumMod val="5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2">
                    <a:lumMod val="50000"/>
                  </a:schemeClr>
                </a:solidFill>
              </a:defRPr>
            </a:lvl1pPr>
          </a:lstStyle>
          <a:p>
            <a:fld id="{EF678317-CC0C-46E9-87E7-7D80338AB02A}" type="datetime1">
              <a:rPr lang="id-ID" smtClean="0"/>
              <a:t>22/11/2019</a:t>
            </a:fld>
            <a:endParaRPr lang="id-ID"/>
          </a:p>
        </p:txBody>
      </p:sp>
      <p:grpSp>
        <p:nvGrpSpPr>
          <p:cNvPr id="12" name="Group 11"/>
          <p:cNvGrpSpPr/>
          <p:nvPr/>
        </p:nvGrpSpPr>
        <p:grpSpPr>
          <a:xfrm>
            <a:off x="8522664" y="6255258"/>
            <a:ext cx="393192" cy="393192"/>
            <a:chOff x="8532189" y="5068824"/>
            <a:chExt cx="393192" cy="393192"/>
          </a:xfrm>
        </p:grpSpPr>
        <p:sp>
          <p:nvSpPr>
            <p:cNvPr id="13" name="Oval 12"/>
            <p:cNvSpPr>
              <a:spLocks noChangeAspect="1"/>
            </p:cNvSpPr>
            <p:nvPr/>
          </p:nvSpPr>
          <p:spPr>
            <a:xfrm>
              <a:off x="8532189" y="5068824"/>
              <a:ext cx="393192" cy="393192"/>
            </a:xfrm>
            <a:prstGeom prst="ellipse">
              <a:avLst/>
            </a:prstGeom>
            <a:blipFill dpi="0" rotWithShape="1">
              <a:blip r:embed="rId4">
                <a:duotone>
                  <a:schemeClr val="accent2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4" name="Oval 13"/>
            <p:cNvSpPr>
              <a:spLocks noChangeAspect="1"/>
            </p:cNvSpPr>
            <p:nvPr/>
          </p:nvSpPr>
          <p:spPr>
            <a:xfrm>
              <a:off x="8568766" y="5105400"/>
              <a:ext cx="320039" cy="320040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B8784E-B1D1-405A-BF71-B5DA492D7C84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24257986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FC490F-4EC4-4234-ABB8-8FE56FB117D2}" type="datetime1">
              <a:rPr lang="id-ID" smtClean="0"/>
              <a:t>22/11/2019</a:t>
            </a:fld>
            <a:endParaRPr lang="id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B8784E-B1D1-405A-BF71-B5DA492D7C84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35761626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533400"/>
            <a:ext cx="1914525" cy="56388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00100" y="533400"/>
            <a:ext cx="5629275" cy="5638800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D3D108-1FA2-4952-BE45-7A5C29ACD21B}" type="datetime1">
              <a:rPr lang="id-ID" smtClean="0"/>
              <a:t>22/11/2019</a:t>
            </a:fld>
            <a:endParaRPr lang="id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B8784E-B1D1-405A-BF71-B5DA492D7C84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31578162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microsoft.com/office/2007/relationships/hdphoto" Target="../media/hdphoto1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/>
          <p:cNvGrpSpPr/>
          <p:nvPr/>
        </p:nvGrpSpPr>
        <p:grpSpPr>
          <a:xfrm>
            <a:off x="8522664" y="6255258"/>
            <a:ext cx="393192" cy="393192"/>
            <a:chOff x="8532189" y="5068824"/>
            <a:chExt cx="393192" cy="393192"/>
          </a:xfrm>
        </p:grpSpPr>
        <p:sp>
          <p:nvSpPr>
            <p:cNvPr id="8" name="Oval 7"/>
            <p:cNvSpPr>
              <a:spLocks noChangeAspect="1"/>
            </p:cNvSpPr>
            <p:nvPr/>
          </p:nvSpPr>
          <p:spPr>
            <a:xfrm>
              <a:off x="8532189" y="5068824"/>
              <a:ext cx="393192" cy="393192"/>
            </a:xfrm>
            <a:prstGeom prst="ellipse">
              <a:avLst/>
            </a:prstGeom>
            <a:blipFill dpi="0" rotWithShape="1">
              <a:blip r:embed="rId13">
                <a:duotone>
                  <a:schemeClr val="accent2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14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9" name="Oval 8"/>
            <p:cNvSpPr>
              <a:spLocks noChangeAspect="1"/>
            </p:cNvSpPr>
            <p:nvPr/>
          </p:nvSpPr>
          <p:spPr>
            <a:xfrm>
              <a:off x="8568766" y="5105400"/>
              <a:ext cx="320039" cy="320040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0" y="484632"/>
            <a:ext cx="7772400" cy="1609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121408"/>
            <a:ext cx="7772400" cy="40507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992368" y="6272785"/>
            <a:ext cx="245516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accent2">
                    <a:lumMod val="50000"/>
                  </a:schemeClr>
                </a:solidFill>
              </a:defRPr>
            </a:lvl1pPr>
          </a:lstStyle>
          <a:p>
            <a:fld id="{006F37C9-B26A-46B9-A15F-12A7B63BAA74}" type="datetime1">
              <a:rPr lang="id-ID" smtClean="0"/>
              <a:t>22/11/2019</a:t>
            </a:fld>
            <a:endParaRPr lang="id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272785"/>
            <a:ext cx="474573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accent2">
                    <a:lumMod val="50000"/>
                  </a:schemeClr>
                </a:solidFill>
              </a:defRPr>
            </a:lvl1pPr>
          </a:lstStyle>
          <a:p>
            <a:endParaRPr lang="id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483346" y="6272785"/>
            <a:ext cx="48006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00" b="1" spc="-70" baseline="0">
                <a:solidFill>
                  <a:srgbClr val="FFFFFF"/>
                </a:solidFill>
                <a:latin typeface="+mj-lt"/>
              </a:defRPr>
            </a:lvl1pPr>
          </a:lstStyle>
          <a:p>
            <a:fld id="{C2B8784E-B1D1-405A-BF71-B5DA492D7C84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25892538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5815" r:id="rId1"/>
    <p:sldLayoutId id="2147485816" r:id="rId2"/>
    <p:sldLayoutId id="2147485817" r:id="rId3"/>
    <p:sldLayoutId id="2147485818" r:id="rId4"/>
    <p:sldLayoutId id="2147485819" r:id="rId5"/>
    <p:sldLayoutId id="2147485820" r:id="rId6"/>
    <p:sldLayoutId id="2147485821" r:id="rId7"/>
    <p:sldLayoutId id="2147485822" r:id="rId8"/>
    <p:sldLayoutId id="2147485823" r:id="rId9"/>
    <p:sldLayoutId id="2147485824" r:id="rId10"/>
    <p:sldLayoutId id="2147485825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200" b="1" kern="1200" cap="none" baseline="0">
          <a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tile tx="6350" ty="-127000" sx="65000" sy="64000" flip="none" algn="tl"/>
          </a:blip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2"/>
        </a:buClr>
        <a:buSzPct val="85000"/>
        <a:buFont typeface="Wingdings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2"/>
        </a:buClr>
        <a:buSzPct val="85000"/>
        <a:buFont typeface="Wingdings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2"/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2"/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2"/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2"/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2"/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2"/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2"/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musabaqah.com/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id-ID" dirty="0"/>
              <a:t>PENDAFTARAN ONLINE MTQ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id-ID" dirty="0"/>
              <a:t>(c) </a:t>
            </a:r>
            <a:r>
              <a:rPr lang="en-ID" dirty="0"/>
              <a:t>2019</a:t>
            </a:r>
            <a:r>
              <a:rPr lang="id-ID" dirty="0"/>
              <a:t> </a:t>
            </a:r>
            <a:r>
              <a:rPr lang="en-ID" dirty="0"/>
              <a:t>TOHA &lt;tohenk@yahoo.com&gt;</a:t>
            </a:r>
            <a:endParaRPr lang="id-ID" dirty="0"/>
          </a:p>
        </p:txBody>
      </p:sp>
    </p:spTree>
    <p:extLst>
      <p:ext uri="{BB962C8B-B14F-4D97-AF65-F5344CB8AC3E}">
        <p14:creationId xmlns:p14="http://schemas.microsoft.com/office/powerpoint/2010/main" val="35781214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27D7CB-6BB1-4933-A424-4C784C26AE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PENDAFTARAN PESERTA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BF76AB-A732-439B-BA54-F438299A27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Validasi NIK peserta dengan Database NIK nasional.</a:t>
            </a:r>
          </a:p>
          <a:p>
            <a:r>
              <a:rPr lang="en-US" dirty="0"/>
              <a:t>Validasi umur.</a:t>
            </a:r>
          </a:p>
          <a:p>
            <a:r>
              <a:rPr lang="en-US" dirty="0"/>
              <a:t>Validasi cabang/golongan lomba.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3520107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 dirty="0"/>
              <a:t>PENDAFTARAN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d-ID" b="1" dirty="0"/>
              <a:t>PESERTA</a:t>
            </a:r>
          </a:p>
          <a:p>
            <a:pPr lvl="1"/>
            <a:r>
              <a:rPr lang="id-ID" dirty="0"/>
              <a:t>NIK, NAMA, TEMPAT &amp; TANGGAL LAHIR</a:t>
            </a:r>
            <a:r>
              <a:rPr lang="en-ID" dirty="0"/>
              <a:t>, ALAMAT, TELEPON</a:t>
            </a:r>
            <a:endParaRPr lang="id-ID" dirty="0"/>
          </a:p>
          <a:p>
            <a:pPr lvl="1"/>
            <a:r>
              <a:rPr lang="en-ID" dirty="0"/>
              <a:t>DOKUMEN PERSYARATAN (PDF)</a:t>
            </a:r>
          </a:p>
          <a:p>
            <a:pPr lvl="1"/>
            <a:r>
              <a:rPr lang="id-ID" dirty="0"/>
              <a:t>FOTO</a:t>
            </a:r>
            <a:r>
              <a:rPr lang="en-US" dirty="0"/>
              <a:t> BERWARNA (JPG)</a:t>
            </a:r>
            <a:endParaRPr lang="id-ID" dirty="0"/>
          </a:p>
          <a:p>
            <a:r>
              <a:rPr lang="id-ID" b="1" dirty="0"/>
              <a:t>OFFICIAL</a:t>
            </a:r>
          </a:p>
          <a:p>
            <a:pPr lvl="1"/>
            <a:r>
              <a:rPr lang="id-ID" dirty="0"/>
              <a:t>OFFICIAL (2), PEMBINA (2), PENDAMPING (8), DRIVER (2)</a:t>
            </a:r>
          </a:p>
          <a:p>
            <a:pPr lvl="1"/>
            <a:r>
              <a:rPr lang="id-ID" dirty="0"/>
              <a:t>FOTO</a:t>
            </a:r>
            <a:r>
              <a:rPr lang="en-US" dirty="0"/>
              <a:t> BERWARNA (JPG)</a:t>
            </a:r>
            <a:endParaRPr lang="id-ID" dirty="0"/>
          </a:p>
          <a:p>
            <a:endParaRPr lang="id-ID" dirty="0"/>
          </a:p>
        </p:txBody>
      </p:sp>
    </p:spTree>
    <p:extLst>
      <p:ext uri="{BB962C8B-B14F-4D97-AF65-F5344CB8AC3E}">
        <p14:creationId xmlns:p14="http://schemas.microsoft.com/office/powerpoint/2010/main" val="40263481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DOKUMEN PERSYARATAN</a:t>
            </a:r>
            <a:endParaRPr lang="id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F75383-8EAD-48CA-BFD1-3B164D4425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SURAT MANDAT</a:t>
            </a:r>
          </a:p>
          <a:p>
            <a:r>
              <a:rPr lang="en-US" dirty="0"/>
              <a:t>KARTU TANDA PENDUDUK (KTP)</a:t>
            </a:r>
          </a:p>
          <a:p>
            <a:r>
              <a:rPr lang="en-US" dirty="0"/>
              <a:t>KARTU KELUARGA</a:t>
            </a:r>
          </a:p>
          <a:p>
            <a:r>
              <a:rPr lang="en-US" dirty="0"/>
              <a:t>AKTA KELAHIRAN</a:t>
            </a:r>
          </a:p>
          <a:p>
            <a:r>
              <a:rPr lang="en-US" dirty="0"/>
              <a:t>IJAZAH</a:t>
            </a:r>
          </a:p>
          <a:p>
            <a:r>
              <a:rPr lang="en-US" dirty="0"/>
              <a:t>PIAGAM KEJUARAAN</a:t>
            </a:r>
          </a:p>
          <a:p>
            <a:r>
              <a:rPr lang="en-US" dirty="0"/>
              <a:t>DAFTAR RIWAYAT HIDUP</a:t>
            </a:r>
          </a:p>
          <a:p>
            <a:r>
              <a:rPr lang="en-US" dirty="0"/>
              <a:t>BUKU REKENING BANK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31148377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 dirty="0"/>
              <a:t>PENDAFTARAN ONLINE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endParaRPr lang="en-US" dirty="0"/>
          </a:p>
          <a:p>
            <a:endParaRPr lang="en-US" dirty="0"/>
          </a:p>
          <a:p>
            <a:r>
              <a:rPr lang="id-ID" dirty="0"/>
              <a:t>AKSES PENDAFTARAN DI </a:t>
            </a:r>
            <a:r>
              <a:rPr lang="id-ID" dirty="0">
                <a:hlinkClick r:id="rId3"/>
              </a:rPr>
              <a:t>HTTP</a:t>
            </a:r>
            <a:r>
              <a:rPr lang="en-ID" dirty="0">
                <a:hlinkClick r:id="rId3"/>
              </a:rPr>
              <a:t>S</a:t>
            </a:r>
            <a:r>
              <a:rPr lang="id-ID" dirty="0">
                <a:hlinkClick r:id="rId3"/>
              </a:rPr>
              <a:t>://MUSABAQAH.</a:t>
            </a:r>
            <a:r>
              <a:rPr lang="en-ID" dirty="0">
                <a:hlinkClick r:id="rId3"/>
              </a:rPr>
              <a:t>ID</a:t>
            </a:r>
            <a:r>
              <a:rPr lang="id-ID" dirty="0">
                <a:hlinkClick r:id="rId3"/>
              </a:rPr>
              <a:t>/</a:t>
            </a:r>
            <a:endParaRPr lang="id-ID" dirty="0"/>
          </a:p>
          <a:p>
            <a:r>
              <a:rPr lang="id-ID" dirty="0"/>
              <a:t>SETIAP KAFILAH </a:t>
            </a:r>
            <a:r>
              <a:rPr lang="en-ID" dirty="0"/>
              <a:t>SUDAH </a:t>
            </a:r>
            <a:r>
              <a:rPr lang="id-ID" dirty="0"/>
              <a:t>HARUS MEMILIKI MINIMAL 1 (SATU) AKUN YANG SUDAH DIAKTIVASI</a:t>
            </a:r>
          </a:p>
          <a:p>
            <a:r>
              <a:rPr lang="id-ID" dirty="0"/>
              <a:t>JIKA SEBELUMNYA SUDAH MEMILIKI AKUN DAN TIDAK BISA MENGAKSES AKUN TERSEBUT GUNAKAN FASILITAS </a:t>
            </a:r>
            <a:r>
              <a:rPr lang="id-ID" b="1" dirty="0"/>
              <a:t>LUPA SANDI</a:t>
            </a:r>
            <a:r>
              <a:rPr lang="en-US" b="1" dirty="0"/>
              <a:t> </a:t>
            </a:r>
            <a:r>
              <a:rPr lang="en-US" dirty="0"/>
              <a:t>DENGAN MENGGUNAKAN ALAMAT EMAIL TERDAFTAR</a:t>
            </a:r>
          </a:p>
          <a:p>
            <a:r>
              <a:rPr lang="en-US" dirty="0"/>
              <a:t>UNTUK MENDAPATKAN INFORMASI AKUN YANG SUDAH TERDAFTAR SILAHKAN MENGHUBUNGI ADMIN MELALUI KONTAK DI HALAMAN BANTUAN</a:t>
            </a:r>
            <a:endParaRPr lang="id-ID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07CF8E7-5C3C-45FA-829F-1255595B342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00571" y="2248624"/>
            <a:ext cx="6142857" cy="380952"/>
          </a:xfrm>
          <a:prstGeom prst="rect">
            <a:avLst/>
          </a:prstGeom>
          <a:ln>
            <a:solidFill>
              <a:schemeClr val="accent1"/>
            </a:solidFill>
          </a:ln>
          <a:effectLst>
            <a:reflection blurRad="6350" stA="50000" endA="300" endPos="38500" dist="508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10168597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 dirty="0"/>
              <a:t>MEMBUAT AKUN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22443005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 dirty="0"/>
              <a:t>M</a:t>
            </a:r>
            <a:r>
              <a:rPr lang="en-ID" dirty="0"/>
              <a:t>EMULAI</a:t>
            </a:r>
            <a:r>
              <a:rPr lang="id-ID" dirty="0"/>
              <a:t> MEMBUAT AKUN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581192" y="2228003"/>
            <a:ext cx="3143643" cy="3630795"/>
          </a:xfrm>
        </p:spPr>
        <p:txBody>
          <a:bodyPr/>
          <a:lstStyle/>
          <a:p>
            <a:r>
              <a:rPr lang="id-ID" dirty="0"/>
              <a:t>UNTUK MEMBUAT AKUN </a:t>
            </a:r>
            <a:r>
              <a:rPr lang="en-US" dirty="0"/>
              <a:t>KLIK</a:t>
            </a:r>
            <a:r>
              <a:rPr lang="id-ID" dirty="0"/>
              <a:t> MENU </a:t>
            </a:r>
            <a:r>
              <a:rPr lang="id-ID" b="1" dirty="0"/>
              <a:t>MASUK | DAFTAR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858956" y="2819415"/>
            <a:ext cx="3595238" cy="266667"/>
          </a:xfrm>
          <a:prstGeom prst="rect">
            <a:avLst/>
          </a:prstGeom>
          <a:ln>
            <a:solidFill>
              <a:schemeClr val="accent1"/>
            </a:solidFill>
          </a:ln>
          <a:effectLst>
            <a:reflection blurRad="6350" stA="50000" endA="300" endPos="38500" dist="50800" dir="5400000" sy="-100000" algn="bl" rotWithShape="0"/>
          </a:effectLst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404105" y="3811521"/>
            <a:ext cx="2504941" cy="2254447"/>
          </a:xfrm>
          <a:prstGeom prst="rect">
            <a:avLst/>
          </a:prstGeom>
          <a:ln>
            <a:solidFill>
              <a:schemeClr val="accent1"/>
            </a:solidFill>
          </a:ln>
          <a:effectLst>
            <a:reflection blurRad="6350" stA="50000" endA="300" endPos="38500" dist="508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29643699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 dirty="0"/>
              <a:t>MEMBUAT AKUN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1" y="2228003"/>
            <a:ext cx="3562969" cy="3630795"/>
          </a:xfrm>
        </p:spPr>
        <p:txBody>
          <a:bodyPr/>
          <a:lstStyle/>
          <a:p>
            <a:r>
              <a:rPr lang="id-ID" dirty="0"/>
              <a:t>EMAIL YANG MASIH AKTIF</a:t>
            </a:r>
          </a:p>
          <a:p>
            <a:r>
              <a:rPr lang="id-ID" dirty="0"/>
              <a:t>AKTIVASI AKUN MELALUI EMAIL TERSEBUT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227815" y="2210346"/>
            <a:ext cx="4172627" cy="3992121"/>
          </a:xfrm>
          <a:prstGeom prst="rect">
            <a:avLst/>
          </a:prstGeom>
          <a:ln>
            <a:solidFill>
              <a:schemeClr val="accent1"/>
            </a:solidFill>
          </a:ln>
          <a:effectLst>
            <a:reflection blurRad="6350" stA="50000" endA="300" endPos="38500" dist="508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18453897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 dirty="0"/>
              <a:t>MENGAKTIFKAN AKUN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1" y="2228003"/>
            <a:ext cx="2834361" cy="3630795"/>
          </a:xfrm>
        </p:spPr>
        <p:txBody>
          <a:bodyPr>
            <a:normAutofit lnSpcReduction="10000"/>
          </a:bodyPr>
          <a:lstStyle/>
          <a:p>
            <a:r>
              <a:rPr lang="id-ID" dirty="0"/>
              <a:t>BUKA KOTAK MASUK (INBOX) EMAIL DAN KLIK TAUTAN AKTIFASI AKUN</a:t>
            </a:r>
          </a:p>
          <a:p>
            <a:r>
              <a:rPr lang="id-ID" dirty="0"/>
              <a:t>JIKA PESAN TIDAK DITEMUKAN, CARI PADA FOLDER </a:t>
            </a:r>
            <a:r>
              <a:rPr lang="id-ID" b="1" dirty="0"/>
              <a:t>SPAM</a:t>
            </a:r>
          </a:p>
          <a:p>
            <a:r>
              <a:rPr lang="id-ID" dirty="0"/>
              <a:t>SETELAH AKUN AKTIF, SILAHKAN MASUK KE APLIKASI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0011" y="3563470"/>
            <a:ext cx="5150934" cy="2295328"/>
          </a:xfrm>
          <a:prstGeom prst="rect">
            <a:avLst/>
          </a:prstGeom>
          <a:ln>
            <a:solidFill>
              <a:schemeClr val="accent1"/>
            </a:solidFill>
          </a:ln>
          <a:effectLst>
            <a:reflection blurRad="6350" stA="50000" endA="300" endPos="38500" dist="508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28809220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id-ID" dirty="0"/>
              <a:t>AKTI</a:t>
            </a:r>
            <a:r>
              <a:rPr lang="en-ID" dirty="0"/>
              <a:t>V</a:t>
            </a:r>
            <a:r>
              <a:rPr lang="id-ID" dirty="0"/>
              <a:t>ASI PENDAFTARAN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id-ID" dirty="0"/>
              <a:t>AKUN TIDAK SECARA OTOMATIS BISA MELAKUKAN PENDAFTARAN</a:t>
            </a:r>
          </a:p>
          <a:p>
            <a:r>
              <a:rPr lang="id-ID" dirty="0"/>
              <a:t>SILAHKAN KIRIM SMS</a:t>
            </a:r>
            <a:r>
              <a:rPr lang="en-US" dirty="0"/>
              <a:t>/WA</a:t>
            </a:r>
            <a:r>
              <a:rPr lang="id-ID" dirty="0"/>
              <a:t> KE </a:t>
            </a:r>
            <a:r>
              <a:rPr lang="id-ID" sz="2400" b="1" strike="sngStrike" dirty="0"/>
              <a:t>081-2309-0095</a:t>
            </a:r>
            <a:r>
              <a:rPr lang="id-ID" dirty="0"/>
              <a:t> DENGAN MENYEBUTKAN </a:t>
            </a:r>
            <a:r>
              <a:rPr lang="id-ID" sz="2000" b="1" dirty="0"/>
              <a:t>NAMA AKUN</a:t>
            </a:r>
            <a:r>
              <a:rPr lang="id-ID" dirty="0"/>
              <a:t> DAN </a:t>
            </a:r>
            <a:r>
              <a:rPr lang="id-ID" sz="2000" b="1" dirty="0"/>
              <a:t>ASAL KAFILAH</a:t>
            </a:r>
            <a:r>
              <a:rPr lang="id-ID" dirty="0"/>
              <a:t> UNTUK MENDAPATKAN AKSES KE PENDAFTARAN</a:t>
            </a:r>
          </a:p>
          <a:p>
            <a:r>
              <a:rPr lang="id-ID" dirty="0"/>
              <a:t>PEMBERITAHUAN AKTI</a:t>
            </a:r>
            <a:r>
              <a:rPr lang="en-ID" dirty="0"/>
              <a:t>V</a:t>
            </a:r>
            <a:r>
              <a:rPr lang="id-ID" dirty="0"/>
              <a:t>ASI PENDAFTARAN AKAN DIBALAS OLEH ADMIN MELALUI SMS</a:t>
            </a:r>
            <a:r>
              <a:rPr lang="en-US" dirty="0"/>
              <a:t>/WA</a:t>
            </a:r>
            <a:endParaRPr lang="id-ID" dirty="0"/>
          </a:p>
        </p:txBody>
      </p:sp>
    </p:spTree>
    <p:extLst>
      <p:ext uri="{BB962C8B-B14F-4D97-AF65-F5344CB8AC3E}">
        <p14:creationId xmlns:p14="http://schemas.microsoft.com/office/powerpoint/2010/main" val="24308270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 dirty="0"/>
              <a:t>PENDAFTARAN PESERTA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19334851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TATA CARA</a:t>
            </a:r>
            <a:r>
              <a:rPr lang="id-ID" dirty="0"/>
              <a:t> PENDAFTARAN PESERTA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DAFTARKAN/ENTRI TERLEBIH DAHULU SEMUA PESERTA DAN PASTIKAN PESERTA LOLOS VALIDASI OLEH SISTEM DAN STATUS ADALAH </a:t>
            </a:r>
            <a:r>
              <a:rPr lang="en-US" b="1" dirty="0"/>
              <a:t>PESERTA TERDAFTAR</a:t>
            </a:r>
            <a:endParaRPr lang="id-ID" b="1" dirty="0"/>
          </a:p>
          <a:p>
            <a:r>
              <a:rPr lang="en-US" dirty="0"/>
              <a:t>UNGGAH MASING-MASING FOTO PESERTA DAN POTONG SESUAI RASIO YANG DIMINTA OLEH SISTEM</a:t>
            </a:r>
            <a:endParaRPr lang="id-ID" dirty="0"/>
          </a:p>
          <a:p>
            <a:r>
              <a:rPr lang="en-US" dirty="0"/>
              <a:t>UNGGAH SEMUA DOKUMEN PERSYARATAN DAN PASTIKAN STATUS PESERTA BERUBAH MENJADI </a:t>
            </a:r>
            <a:r>
              <a:rPr lang="en-US" b="1" dirty="0"/>
              <a:t>DOKUMEN PERSYARATAN SUDAH DIUNGGAH</a:t>
            </a:r>
          </a:p>
          <a:p>
            <a:r>
              <a:rPr lang="en-US" dirty="0"/>
              <a:t>PANITIA MTQ AKAN MELAKUKAN VALIDASI DOKUMEN PERSYARATAN, KETIKA STATUS PESERTA ADALAH </a:t>
            </a:r>
            <a:r>
              <a:rPr lang="en-US" b="1" dirty="0"/>
              <a:t>DOKUMEN PERSYARATAN TIDAK SESUAI</a:t>
            </a:r>
            <a:r>
              <a:rPr lang="en-US" dirty="0"/>
              <a:t> SEGERA UNGGAH KEMBALI DOKUMEN YANG DIMINTA</a:t>
            </a:r>
            <a:endParaRPr lang="id-ID" dirty="0"/>
          </a:p>
        </p:txBody>
      </p:sp>
    </p:spTree>
    <p:extLst>
      <p:ext uri="{BB962C8B-B14F-4D97-AF65-F5344CB8AC3E}">
        <p14:creationId xmlns:p14="http://schemas.microsoft.com/office/powerpoint/2010/main" val="32076571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id-ID" dirty="0"/>
              <a:t>AKSES PENDAFTARAN PESERTA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581192" y="2228003"/>
            <a:ext cx="7989752" cy="2357445"/>
          </a:xfrm>
        </p:spPr>
        <p:txBody>
          <a:bodyPr/>
          <a:lstStyle/>
          <a:p>
            <a:r>
              <a:rPr lang="id-ID" dirty="0"/>
              <a:t>PILIH DARI MENU </a:t>
            </a:r>
            <a:r>
              <a:rPr lang="id-ID" b="1" dirty="0"/>
              <a:t>PENDAFTARAN &gt; PESERTA</a:t>
            </a:r>
            <a:r>
              <a:rPr lang="id-ID" dirty="0"/>
              <a:t> UNTUK MEMULAI PENDAFTARAN</a:t>
            </a:r>
          </a:p>
          <a:p>
            <a:r>
              <a:rPr lang="id-ID" dirty="0"/>
              <a:t>PASTIKAN </a:t>
            </a:r>
            <a:r>
              <a:rPr lang="en-ID" dirty="0"/>
              <a:t>NAMA </a:t>
            </a:r>
            <a:r>
              <a:rPr lang="id-ID" dirty="0"/>
              <a:t>KAFILAH SUDAH BENAR</a:t>
            </a:r>
          </a:p>
          <a:p>
            <a:r>
              <a:rPr lang="id-ID" dirty="0"/>
              <a:t>KLIK BUAT BARU UNTUK MELAKUKAN PENDAFTARAN PESERTA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886724" y="3854893"/>
            <a:ext cx="4709638" cy="2568894"/>
          </a:xfrm>
          <a:prstGeom prst="rect">
            <a:avLst/>
          </a:prstGeom>
          <a:ln>
            <a:solidFill>
              <a:schemeClr val="accent1"/>
            </a:solidFill>
          </a:ln>
          <a:effectLst>
            <a:reflection blurRad="6350" stA="50000" endA="300" endPos="38500" dist="508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21821160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id-ID" dirty="0"/>
              <a:t>FORM PENDAFTARAN PESERTA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228003"/>
            <a:ext cx="3504247" cy="3630795"/>
          </a:xfrm>
        </p:spPr>
        <p:txBody>
          <a:bodyPr>
            <a:normAutofit lnSpcReduction="10000"/>
          </a:bodyPr>
          <a:lstStyle/>
          <a:p>
            <a:r>
              <a:rPr lang="id-ID" dirty="0"/>
              <a:t>ISIKAN DATA PESERTA SESUAI FORM PENDAFTARAN</a:t>
            </a:r>
          </a:p>
          <a:p>
            <a:r>
              <a:rPr lang="id-ID" dirty="0"/>
              <a:t>PILIH </a:t>
            </a:r>
            <a:r>
              <a:rPr lang="id-ID" b="1" dirty="0"/>
              <a:t>SIMPAN</a:t>
            </a:r>
            <a:r>
              <a:rPr lang="id-ID" dirty="0"/>
              <a:t> ATAU </a:t>
            </a:r>
            <a:r>
              <a:rPr lang="id-ID" b="1" dirty="0"/>
              <a:t>SIMPAN DAN TAMBAH BARU</a:t>
            </a:r>
            <a:r>
              <a:rPr lang="en-US" dirty="0"/>
              <a:t>, SELANJUTNYA DATA PESERTA AKAN DIVALIDASI OLEH SISTEM</a:t>
            </a:r>
            <a:endParaRPr lang="id-ID" dirty="0"/>
          </a:p>
          <a:p>
            <a:r>
              <a:rPr lang="id-ID" dirty="0"/>
              <a:t>KOREKSI SEMUA KESALAHAN YANG DITANDAI (WARNA MERAH)</a:t>
            </a:r>
            <a:r>
              <a:rPr lang="en-US" dirty="0"/>
              <a:t> JIKA ADA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727355" y="1854624"/>
            <a:ext cx="3320000" cy="4746667"/>
          </a:xfrm>
          <a:prstGeom prst="rect">
            <a:avLst/>
          </a:prstGeom>
          <a:ln>
            <a:solidFill>
              <a:schemeClr val="accent1"/>
            </a:solidFill>
          </a:ln>
          <a:effectLst>
            <a:reflection blurRad="6350" stA="50000" endA="300" endPos="38500" dist="508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8775804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id-ID" dirty="0"/>
              <a:t>MEMPERBAIKI DATA PESERTA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1" y="2228003"/>
            <a:ext cx="4368313" cy="3751303"/>
          </a:xfrm>
        </p:spPr>
        <p:txBody>
          <a:bodyPr>
            <a:normAutofit/>
          </a:bodyPr>
          <a:lstStyle/>
          <a:p>
            <a:r>
              <a:rPr lang="id-ID" dirty="0"/>
              <a:t>DATA PESERTA YANG SUDAH DIMASUKKAN DAPAT DIUBAH DENGAN MEMILIH </a:t>
            </a:r>
            <a:r>
              <a:rPr lang="id-ID" b="1" dirty="0"/>
              <a:t>SUNTING</a:t>
            </a:r>
            <a:r>
              <a:rPr lang="en-US" dirty="0"/>
              <a:t> (TERMASUK UNTUK UNGGAH FOTO DAN DOKUMEN PERSYARATAN)</a:t>
            </a:r>
            <a:endParaRPr lang="id-ID" dirty="0"/>
          </a:p>
          <a:p>
            <a:r>
              <a:rPr lang="id-ID" dirty="0"/>
              <a:t>DATA PESERTA YANG TIDAK TERPAKAI DAPAT DIHAPUS DENGAN MEMILIH </a:t>
            </a:r>
            <a:r>
              <a:rPr lang="id-ID" b="1" dirty="0"/>
              <a:t>HAPUS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343787" y="2393010"/>
            <a:ext cx="3350057" cy="2371015"/>
          </a:xfrm>
          <a:prstGeom prst="rect">
            <a:avLst/>
          </a:prstGeom>
          <a:ln>
            <a:solidFill>
              <a:schemeClr val="accent1"/>
            </a:solidFill>
          </a:ln>
          <a:effectLst>
            <a:reflection blurRad="6350" stA="50000" endA="300" endPos="38500" dist="508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6158839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 dirty="0"/>
              <a:t>UNGGAH</a:t>
            </a:r>
            <a:r>
              <a:rPr lang="en-ID" dirty="0"/>
              <a:t> </a:t>
            </a:r>
            <a:r>
              <a:rPr lang="id-ID" dirty="0"/>
              <a:t>FOTO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1239092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 dirty="0"/>
              <a:t>PERSIAPKAN FOTO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id-ID" dirty="0"/>
              <a:t>FOTO HARUS DALAM FORMAT JPEG (.JPG)</a:t>
            </a:r>
          </a:p>
          <a:p>
            <a:r>
              <a:rPr lang="id-ID" dirty="0"/>
              <a:t>UKURAN FOTO 1,3 MP (1280 x 1024 PIKSEL) AGAR PROSES UNGGAH TIDAK TERLALU LAMA</a:t>
            </a:r>
          </a:p>
          <a:p>
            <a:r>
              <a:rPr lang="id-ID" dirty="0"/>
              <a:t>MENGGUNAKAN WARNA LATAR YANG SAMA</a:t>
            </a:r>
          </a:p>
          <a:p>
            <a:r>
              <a:rPr lang="id-ID" dirty="0"/>
              <a:t>TRANSFER FOTO KE KOMPUTER UNTUK MEMPERMUDAH PROSES UNGGAH</a:t>
            </a:r>
          </a:p>
        </p:txBody>
      </p:sp>
    </p:spTree>
    <p:extLst>
      <p:ext uri="{BB962C8B-B14F-4D97-AF65-F5344CB8AC3E}">
        <p14:creationId xmlns:p14="http://schemas.microsoft.com/office/powerpoint/2010/main" val="37177089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 dirty="0"/>
              <a:t>M</a:t>
            </a:r>
            <a:r>
              <a:rPr lang="en-ID" dirty="0"/>
              <a:t>EMULAI MENGUNGGAH FOTO</a:t>
            </a:r>
            <a:endParaRPr lang="id-ID" dirty="0"/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>
          <a:xfrm>
            <a:off x="581192" y="2228004"/>
            <a:ext cx="7989752" cy="2465806"/>
          </a:xfrm>
        </p:spPr>
        <p:txBody>
          <a:bodyPr/>
          <a:lstStyle/>
          <a:p>
            <a:r>
              <a:rPr lang="id-ID" dirty="0"/>
              <a:t>SUNTING TERLEBIH DAHULU DATA PESERTA</a:t>
            </a:r>
          </a:p>
          <a:p>
            <a:r>
              <a:rPr lang="id-ID" dirty="0"/>
              <a:t>KLIK </a:t>
            </a:r>
            <a:r>
              <a:rPr lang="id-ID" b="1" dirty="0"/>
              <a:t>U</a:t>
            </a:r>
            <a:r>
              <a:rPr lang="en-ID" b="1" dirty="0"/>
              <a:t>NGGAH</a:t>
            </a:r>
            <a:r>
              <a:rPr lang="id-ID" dirty="0"/>
              <a:t> UNTUK MEMULAI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981849" y="3527691"/>
            <a:ext cx="5238159" cy="1554480"/>
          </a:xfrm>
          <a:prstGeom prst="rect">
            <a:avLst/>
          </a:prstGeom>
          <a:ln>
            <a:solidFill>
              <a:schemeClr val="accent1"/>
            </a:solidFill>
          </a:ln>
          <a:effectLst>
            <a:reflection blurRad="6350" stA="50000" endA="300" endPos="38500" dist="508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5885624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 dirty="0"/>
              <a:t>PROSES UNGGAH</a:t>
            </a:r>
            <a:r>
              <a:rPr lang="en-US" dirty="0"/>
              <a:t> (1)</a:t>
            </a:r>
            <a:endParaRPr lang="id-ID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228003"/>
            <a:ext cx="2704038" cy="3688703"/>
          </a:xfrm>
        </p:spPr>
        <p:txBody>
          <a:bodyPr>
            <a:normAutofit/>
          </a:bodyPr>
          <a:lstStyle/>
          <a:p>
            <a:r>
              <a:rPr lang="id-ID" dirty="0"/>
              <a:t>PILIH BERKAS FOTO (1)</a:t>
            </a:r>
          </a:p>
          <a:p>
            <a:r>
              <a:rPr lang="id-ID" dirty="0"/>
              <a:t>PILIH MULAI (2) UNTUK MEMULAI PROSES UNGGAH</a:t>
            </a:r>
          </a:p>
          <a:p>
            <a:r>
              <a:rPr lang="id-ID" dirty="0"/>
              <a:t>TUNGGU HINGGA PROSES UNGGAH (3) SELESAI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048654" y="2228003"/>
            <a:ext cx="3758865" cy="3533333"/>
          </a:xfrm>
          <a:prstGeom prst="rect">
            <a:avLst/>
          </a:prstGeom>
          <a:ln>
            <a:solidFill>
              <a:schemeClr val="accent1"/>
            </a:solidFill>
          </a:ln>
          <a:effectLst>
            <a:reflection blurRad="6350" stA="50000" endA="300" endPos="38500" dist="508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236228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 dirty="0"/>
              <a:t>PROSES UNGGAH (2)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1" y="2228003"/>
            <a:ext cx="4421883" cy="3630795"/>
          </a:xfrm>
        </p:spPr>
        <p:txBody>
          <a:bodyPr/>
          <a:lstStyle/>
          <a:p>
            <a:r>
              <a:rPr lang="id-ID" dirty="0"/>
              <a:t>SETELAH FOTO TERUNGGAH, LAKUKAN PEMOTONGAN FOTO (1)</a:t>
            </a:r>
          </a:p>
          <a:p>
            <a:r>
              <a:rPr lang="id-ID" dirty="0"/>
              <a:t>PILIH TERAPKAN (2) UNTUK MENYELESAIKAN PROSES UNGGAH FOTO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628327" y="2685062"/>
            <a:ext cx="2609980" cy="3173736"/>
          </a:xfrm>
          <a:prstGeom prst="rect">
            <a:avLst/>
          </a:prstGeom>
          <a:ln>
            <a:solidFill>
              <a:schemeClr val="accent1"/>
            </a:solidFill>
          </a:ln>
          <a:effectLst>
            <a:reflection blurRad="6350" stA="50000" endA="300" endPos="38500" dist="508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32512642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 dirty="0"/>
              <a:t>PROSES UNGGAH (</a:t>
            </a:r>
            <a:r>
              <a:rPr lang="en-US" dirty="0"/>
              <a:t>3</a:t>
            </a:r>
            <a:r>
              <a:rPr lang="id-ID" dirty="0"/>
              <a:t>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1" y="2228003"/>
            <a:ext cx="3906919" cy="3630795"/>
          </a:xfrm>
        </p:spPr>
        <p:txBody>
          <a:bodyPr/>
          <a:lstStyle/>
          <a:p>
            <a:r>
              <a:rPr lang="en-US" dirty="0"/>
              <a:t>APABILA FOTO SUDAH PERNAH DIUNGGAH GUNAKAN </a:t>
            </a:r>
            <a:r>
              <a:rPr lang="en-US" b="1" dirty="0"/>
              <a:t>TOMBOL PILIH </a:t>
            </a:r>
            <a:r>
              <a:rPr lang="en-US" dirty="0"/>
              <a:t>(1) UNTUK MEMILIH TANPA HARUS MENGUNGGAH ULANG</a:t>
            </a:r>
            <a:endParaRPr lang="id-ID" dirty="0"/>
          </a:p>
          <a:p>
            <a:r>
              <a:rPr lang="en-US" dirty="0"/>
              <a:t>GUNAKAN </a:t>
            </a:r>
            <a:r>
              <a:rPr lang="en-US" b="1" dirty="0"/>
              <a:t>TOMBOL HAPUS</a:t>
            </a:r>
            <a:r>
              <a:rPr lang="id-ID" dirty="0"/>
              <a:t> (2) </a:t>
            </a:r>
            <a:r>
              <a:rPr lang="en-US" dirty="0"/>
              <a:t>UNTUK MEMBUANG BERKAS YANG DIUNGGAH</a:t>
            </a:r>
            <a:endParaRPr lang="id-ID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572000" y="2758895"/>
            <a:ext cx="3761905" cy="3491048"/>
          </a:xfrm>
          <a:prstGeom prst="rect">
            <a:avLst/>
          </a:prstGeom>
          <a:ln>
            <a:solidFill>
              <a:schemeClr val="accent1"/>
            </a:solidFill>
          </a:ln>
          <a:effectLst>
            <a:reflection blurRad="6350" stA="50000" endA="300" endPos="38500" dist="508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32992434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 dirty="0"/>
              <a:t>UNGGAH</a:t>
            </a:r>
            <a:r>
              <a:rPr lang="en-ID" dirty="0"/>
              <a:t> DOKUMEN</a:t>
            </a:r>
            <a:endParaRPr lang="id-ID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9998007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 dirty="0"/>
              <a:t>PERSIAPKAN </a:t>
            </a:r>
            <a:r>
              <a:rPr lang="en-ID" dirty="0"/>
              <a:t>DOKUMEN</a:t>
            </a:r>
            <a:endParaRPr lang="id-ID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D" dirty="0"/>
              <a:t>PINDAI/SCAN DOKUMEN PERSYARATAN DALAM FORMAT PDF</a:t>
            </a:r>
            <a:endParaRPr lang="id-ID" dirty="0"/>
          </a:p>
          <a:p>
            <a:r>
              <a:rPr lang="en-ID" dirty="0"/>
              <a:t>SATU DOKUMEN DISIMPAN DALAM SATU FILE</a:t>
            </a:r>
            <a:endParaRPr lang="id-ID" dirty="0"/>
          </a:p>
          <a:p>
            <a:r>
              <a:rPr lang="en-ID" dirty="0"/>
              <a:t>UKURAN MAKSIMAL 1 MB (1024 KB)</a:t>
            </a:r>
          </a:p>
          <a:p>
            <a:r>
              <a:rPr lang="id-ID" dirty="0"/>
              <a:t>TRANSFER </a:t>
            </a:r>
            <a:r>
              <a:rPr lang="en-ID" dirty="0"/>
              <a:t>DOKUMEN</a:t>
            </a:r>
            <a:r>
              <a:rPr lang="id-ID" dirty="0"/>
              <a:t> KE KOMPUTER UNTUK MEMPERMUDAH PROSES UNGGAH</a:t>
            </a:r>
          </a:p>
        </p:txBody>
      </p:sp>
    </p:spTree>
    <p:extLst>
      <p:ext uri="{BB962C8B-B14F-4D97-AF65-F5344CB8AC3E}">
        <p14:creationId xmlns:p14="http://schemas.microsoft.com/office/powerpoint/2010/main" val="14932094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 dirty="0"/>
              <a:t>M</a:t>
            </a:r>
            <a:r>
              <a:rPr lang="en-ID" dirty="0"/>
              <a:t>EMULAI MENGUNGGAH DOKUMEN</a:t>
            </a:r>
            <a:endParaRPr lang="id-ID" dirty="0"/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>
          <a:xfrm>
            <a:off x="581192" y="2228004"/>
            <a:ext cx="7989752" cy="2465806"/>
          </a:xfrm>
        </p:spPr>
        <p:txBody>
          <a:bodyPr/>
          <a:lstStyle/>
          <a:p>
            <a:r>
              <a:rPr lang="id-ID" dirty="0"/>
              <a:t>SUNTING TERLEBIH DAHULU DATA PESERTA</a:t>
            </a:r>
          </a:p>
          <a:p>
            <a:r>
              <a:rPr lang="id-ID" dirty="0"/>
              <a:t>KLIK </a:t>
            </a:r>
            <a:r>
              <a:rPr lang="en-US" b="1" dirty="0"/>
              <a:t>TOMBOL </a:t>
            </a:r>
            <a:r>
              <a:rPr lang="id-ID" b="1" dirty="0"/>
              <a:t>U</a:t>
            </a:r>
            <a:r>
              <a:rPr lang="en-ID" b="1" dirty="0"/>
              <a:t>NGGAH</a:t>
            </a:r>
            <a:r>
              <a:rPr lang="id-ID" dirty="0"/>
              <a:t> </a:t>
            </a:r>
            <a:r>
              <a:rPr lang="en-US" dirty="0"/>
              <a:t>PADA MASING-MASING DOKUMEN PERSYARATAN</a:t>
            </a:r>
          </a:p>
          <a:p>
            <a:r>
              <a:rPr lang="en-US" dirty="0"/>
              <a:t>TATA CARA UNGGAH DOKUMEN SAMA SEPERTI UNGGAH FOTO</a:t>
            </a:r>
            <a:endParaRPr lang="id-ID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455804" y="4031030"/>
            <a:ext cx="4557143" cy="2204762"/>
          </a:xfrm>
          <a:prstGeom prst="rect">
            <a:avLst/>
          </a:prstGeom>
          <a:ln>
            <a:solidFill>
              <a:schemeClr val="accent1"/>
            </a:solidFill>
          </a:ln>
          <a:effectLst>
            <a:reflection blurRad="6350" stA="50000" endA="300" endPos="38500" dist="508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21847932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 dirty="0"/>
              <a:t>PENDAFTARAN </a:t>
            </a:r>
            <a:r>
              <a:rPr lang="en-ID" dirty="0"/>
              <a:t>OFFICIAL</a:t>
            </a:r>
            <a:endParaRPr lang="id-ID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17792686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TATA CARA</a:t>
            </a:r>
            <a:r>
              <a:rPr lang="id-ID" dirty="0"/>
              <a:t> PENDAFTARAN </a:t>
            </a:r>
            <a:r>
              <a:rPr lang="en-US" dirty="0"/>
              <a:t>OFFICIAL</a:t>
            </a:r>
            <a:endParaRPr lang="id-ID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DAFTARKAN/ENTRI SEMUA DATA OFFICIAL SESUAI KUOTA</a:t>
            </a:r>
            <a:endParaRPr lang="id-ID" b="1" dirty="0"/>
          </a:p>
          <a:p>
            <a:r>
              <a:rPr lang="en-US" dirty="0"/>
              <a:t>UNGGAH MASING-MASING FOTO OFFICIAL</a:t>
            </a:r>
            <a:endParaRPr lang="id-ID" dirty="0"/>
          </a:p>
          <a:p>
            <a:r>
              <a:rPr lang="en-US" dirty="0"/>
              <a:t>HANYA OFFICIAL YANG TERDAFTAR PADA SISTEM YANG BERHAK MENDAPATKAN ID-CARD</a:t>
            </a:r>
            <a:endParaRPr lang="id-ID" dirty="0"/>
          </a:p>
        </p:txBody>
      </p:sp>
    </p:spTree>
    <p:extLst>
      <p:ext uri="{BB962C8B-B14F-4D97-AF65-F5344CB8AC3E}">
        <p14:creationId xmlns:p14="http://schemas.microsoft.com/office/powerpoint/2010/main" val="2268321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848213" y="3806337"/>
            <a:ext cx="4994242" cy="2748076"/>
          </a:xfrm>
          <a:prstGeom prst="rect">
            <a:avLst/>
          </a:prstGeom>
          <a:ln>
            <a:solidFill>
              <a:schemeClr val="accent1"/>
            </a:solidFill>
          </a:ln>
          <a:effectLst>
            <a:reflection blurRad="6350" stA="50000" endA="300" endPos="38500" dist="50800" dir="5400000" sy="-100000" algn="bl" rotWithShape="0"/>
          </a:effectLst>
        </p:spPr>
      </p:pic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id-ID" dirty="0"/>
              <a:t>AKSES PENDAFTARAN </a:t>
            </a:r>
            <a:r>
              <a:rPr lang="en-ID" dirty="0"/>
              <a:t>OFFICIAL</a:t>
            </a:r>
            <a:endParaRPr lang="id-ID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581192" y="2228003"/>
            <a:ext cx="7989752" cy="2357445"/>
          </a:xfrm>
        </p:spPr>
        <p:txBody>
          <a:bodyPr/>
          <a:lstStyle/>
          <a:p>
            <a:r>
              <a:rPr lang="id-ID" dirty="0"/>
              <a:t>PILIH DARI MENU </a:t>
            </a:r>
            <a:r>
              <a:rPr lang="id-ID" b="1" dirty="0"/>
              <a:t>PENDAFTARAN &gt; OFISIAL</a:t>
            </a:r>
            <a:r>
              <a:rPr lang="id-ID" dirty="0"/>
              <a:t> UNTUK MEMULAI PENDAFTARAN</a:t>
            </a:r>
          </a:p>
          <a:p>
            <a:r>
              <a:rPr lang="id-ID" dirty="0"/>
              <a:t>PASTIKAN KAFILAH SUDAH BENAR</a:t>
            </a:r>
          </a:p>
          <a:p>
            <a:r>
              <a:rPr lang="id-ID" dirty="0"/>
              <a:t>KLIK BUAT BARU UNTUK MELAKUKAN PENDAFTARAN OFFICIAL</a:t>
            </a:r>
          </a:p>
        </p:txBody>
      </p:sp>
    </p:spTree>
    <p:extLst>
      <p:ext uri="{BB962C8B-B14F-4D97-AF65-F5344CB8AC3E}">
        <p14:creationId xmlns:p14="http://schemas.microsoft.com/office/powerpoint/2010/main" val="24224226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id-ID" dirty="0"/>
              <a:t>FORM PENDAFTARAN OF</a:t>
            </a:r>
            <a:r>
              <a:rPr lang="en-ID" dirty="0"/>
              <a:t>F</a:t>
            </a:r>
            <a:r>
              <a:rPr lang="id-ID" dirty="0"/>
              <a:t>I</a:t>
            </a:r>
            <a:r>
              <a:rPr lang="en-ID" dirty="0"/>
              <a:t>C</a:t>
            </a:r>
            <a:r>
              <a:rPr lang="id-ID" dirty="0"/>
              <a:t>IAL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228003"/>
            <a:ext cx="2824738" cy="3630795"/>
          </a:xfrm>
        </p:spPr>
        <p:txBody>
          <a:bodyPr>
            <a:normAutofit lnSpcReduction="10000"/>
          </a:bodyPr>
          <a:lstStyle/>
          <a:p>
            <a:r>
              <a:rPr lang="id-ID" dirty="0"/>
              <a:t>ISIKAN DATA OFFICIAL SESUAI FORM PENDAFTARAN</a:t>
            </a:r>
          </a:p>
          <a:p>
            <a:r>
              <a:rPr lang="id-ID" dirty="0"/>
              <a:t>PILIH </a:t>
            </a:r>
            <a:r>
              <a:rPr lang="id-ID" b="1" dirty="0"/>
              <a:t>SIMPAN</a:t>
            </a:r>
            <a:r>
              <a:rPr lang="id-ID" dirty="0"/>
              <a:t> ATAU </a:t>
            </a:r>
            <a:r>
              <a:rPr lang="id-ID" b="1" dirty="0"/>
              <a:t>SIMPAN DAN TAMBAH BARU</a:t>
            </a:r>
          </a:p>
          <a:p>
            <a:r>
              <a:rPr lang="id-ID" dirty="0"/>
              <a:t>KOREKSI SEMUA KESALAHAN YANG DITANDAI (WARNA MERAH)</a:t>
            </a:r>
            <a:r>
              <a:rPr lang="en-US" dirty="0"/>
              <a:t> JIKA ADA</a:t>
            </a:r>
            <a:endParaRPr lang="id-ID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739152" y="2228003"/>
            <a:ext cx="4719048" cy="3895238"/>
          </a:xfrm>
          <a:prstGeom prst="rect">
            <a:avLst/>
          </a:prstGeom>
          <a:ln>
            <a:solidFill>
              <a:schemeClr val="accent1"/>
            </a:solidFill>
          </a:ln>
          <a:effectLst>
            <a:reflection blurRad="6350" stA="50000" endA="300" endPos="38500" dist="508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4563433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D" dirty="0"/>
              <a:t>SEKIAN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51035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Wood Type">
  <a:themeElements>
    <a:clrScheme name="Wood Type">
      <a:dk1>
        <a:sysClr val="windowText" lastClr="000000"/>
      </a:dk1>
      <a:lt1>
        <a:sysClr val="window" lastClr="FFFFFF"/>
      </a:lt1>
      <a:dk2>
        <a:srgbClr val="84ACB6"/>
      </a:dk2>
      <a:lt2>
        <a:srgbClr val="EBE9DD"/>
      </a:lt2>
      <a:accent1>
        <a:srgbClr val="6F8183"/>
      </a:accent1>
      <a:accent2>
        <a:srgbClr val="967E96"/>
      </a:accent2>
      <a:accent3>
        <a:srgbClr val="CCC893"/>
      </a:accent3>
      <a:accent4>
        <a:srgbClr val="A54D74"/>
      </a:accent4>
      <a:accent5>
        <a:srgbClr val="949C6B"/>
      </a:accent5>
      <a:accent6>
        <a:srgbClr val="766A50"/>
      </a:accent6>
      <a:hlink>
        <a:srgbClr val="CC6600"/>
      </a:hlink>
      <a:folHlink>
        <a:srgbClr val="777777"/>
      </a:folHlink>
    </a:clrScheme>
    <a:fontScheme name="Wood Type">
      <a:majorFont>
        <a:latin typeface="Century Gothic" panose="020B0502020202020204"/>
        <a:ea typeface=""/>
        <a:cs typeface=""/>
        <a:font script="Jpan" typeface="HGｺﾞｼｯｸM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Bookman Old Style" panose="02050604050505020204"/>
        <a:ea typeface=""/>
        <a:cs typeface=""/>
        <a:font script="Grek" typeface="Cambria"/>
        <a:font script="Cyrl" typeface="Cambria"/>
        <a:font script="Jpan" typeface="HG明朝E"/>
        <a:font script="Hang" typeface="돋움"/>
        <a:font script="Hans" typeface="宋体"/>
        <a:font script="Hant" typeface="標楷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Wood Type">
      <a: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70000"/>
                <a:shade val="63000"/>
              </a:schemeClr>
              <a:schemeClr val="phClr">
                <a:tint val="10000"/>
                <a:satMod val="150000"/>
              </a:schemeClr>
            </a:duotone>
          </a:blip>
          <a:tile tx="0" ty="0" sx="60000" sy="59000" flip="none" algn="tl"/>
        </a:blipFill>
        <a:blipFill rotWithShape="1">
          <a:blip xmlns:r="http://schemas.openxmlformats.org/officeDocument/2006/relationships" r:embed="rId1">
            <a:duotone>
              <a:schemeClr val="phClr">
                <a:shade val="36000"/>
                <a:satMod val="120000"/>
              </a:schemeClr>
              <a:schemeClr val="phClr">
                <a:tint val="40000"/>
              </a:schemeClr>
            </a:duotone>
          </a:blip>
          <a:tile tx="0" ty="0" sx="60000" sy="59000" flip="none" algn="tl"/>
        </a:blip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softEdge rad="12700"/>
          </a:effectLst>
        </a:effectStyle>
        <a:effectStyle>
          <a:effectLst>
            <a:outerShdw blurRad="50800" dist="19050" dir="5400000" algn="tl" rotWithShape="0">
              <a:srgbClr val="000000">
                <a:alpha val="60000"/>
              </a:srgbClr>
            </a:outerShdw>
            <a:softEdge rad="12700"/>
          </a:effectLst>
        </a:effectStyle>
      </a:effectStyleLst>
      <a:bgFillStyleLst>
        <a:solidFill>
          <a:schemeClr val="phClr"/>
        </a:solidFill>
        <a:solidFill>
          <a:schemeClr val="phClr">
            <a:shade val="97000"/>
            <a:satMod val="15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75000"/>
                <a:shade val="58000"/>
                <a:satMod val="120000"/>
              </a:schemeClr>
              <a:schemeClr val="phClr">
                <a:tint val="50000"/>
                <a:shade val="96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ood Type" id="{7ACABC62-BF99-48CF-A9DC-4DB89C7B13DC}" vid="{8E89CD47-BF55-4DDE-B823-2283AA7E769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Wood Type</Template>
  <TotalTime>513</TotalTime>
  <Words>737</Words>
  <Application>Microsoft Office PowerPoint</Application>
  <PresentationFormat>On-screen Show (4:3)</PresentationFormat>
  <Paragraphs>131</Paragraphs>
  <Slides>29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4" baseType="lpstr">
      <vt:lpstr>Bookman Old Style</vt:lpstr>
      <vt:lpstr>Calibri</vt:lpstr>
      <vt:lpstr>Century Gothic</vt:lpstr>
      <vt:lpstr>Wingdings</vt:lpstr>
      <vt:lpstr>Wood Type</vt:lpstr>
      <vt:lpstr>PENDAFTARAN ONLINE MTQ</vt:lpstr>
      <vt:lpstr>PENDAFTARAN PESERTA</vt:lpstr>
      <vt:lpstr>PENDAFTARAN</vt:lpstr>
      <vt:lpstr>DOKUMEN PERSYARATAN</vt:lpstr>
      <vt:lpstr>PENDAFTARAN ONLINE</vt:lpstr>
      <vt:lpstr>MEMBUAT AKUN</vt:lpstr>
      <vt:lpstr>MEMULAI MEMBUAT AKUN</vt:lpstr>
      <vt:lpstr>MEMBUAT AKUN</vt:lpstr>
      <vt:lpstr>MENGAKTIFKAN AKUN</vt:lpstr>
      <vt:lpstr>AKTIVASI PENDAFTARAN</vt:lpstr>
      <vt:lpstr>PENDAFTARAN PESERTA</vt:lpstr>
      <vt:lpstr>TATA CARA PENDAFTARAN PESERTA</vt:lpstr>
      <vt:lpstr>AKSES PENDAFTARAN PESERTA</vt:lpstr>
      <vt:lpstr>FORM PENDAFTARAN PESERTA</vt:lpstr>
      <vt:lpstr>MEMPERBAIKI DATA PESERTA</vt:lpstr>
      <vt:lpstr>UNGGAH FOTO</vt:lpstr>
      <vt:lpstr>PERSIAPKAN FOTO</vt:lpstr>
      <vt:lpstr>MEMULAI MENGUNGGAH FOTO</vt:lpstr>
      <vt:lpstr>PROSES UNGGAH (1)</vt:lpstr>
      <vt:lpstr>PROSES UNGGAH (2)</vt:lpstr>
      <vt:lpstr>PROSES UNGGAH (3)</vt:lpstr>
      <vt:lpstr>UNGGAH DOKUMEN</vt:lpstr>
      <vt:lpstr>PERSIAPKAN DOKUMEN</vt:lpstr>
      <vt:lpstr>MEMULAI MENGUNGGAH DOKUMEN</vt:lpstr>
      <vt:lpstr>PENDAFTARAN OFFICIAL</vt:lpstr>
      <vt:lpstr>TATA CARA PENDAFTARAN OFFICIAL</vt:lpstr>
      <vt:lpstr>AKSES PENDAFTARAN OFFICIAL</vt:lpstr>
      <vt:lpstr>FORM PENDAFTARAN OFFICIAL</vt:lpstr>
      <vt:lpstr>SEKIAN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PENDAFTARAN ONLINE MTQ</dc:title>
  <dc:creator>Toha</dc:creator>
  <cp:lastModifiedBy>Toha</cp:lastModifiedBy>
  <cp:revision>115</cp:revision>
  <cp:lastPrinted>2015-04-06T01:30:37Z</cp:lastPrinted>
  <dcterms:created xsi:type="dcterms:W3CDTF">2015-04-04T02:13:20Z</dcterms:created>
  <dcterms:modified xsi:type="dcterms:W3CDTF">2019-11-22T06:34:45Z</dcterms:modified>
</cp:coreProperties>
</file>